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0"/>
  </p:notesMasterIdLst>
  <p:sldIdLst>
    <p:sldId id="450" r:id="rId2"/>
    <p:sldId id="537" r:id="rId3"/>
    <p:sldId id="451" r:id="rId4"/>
    <p:sldId id="452" r:id="rId5"/>
    <p:sldId id="453" r:id="rId6"/>
    <p:sldId id="454" r:id="rId7"/>
    <p:sldId id="455" r:id="rId8"/>
    <p:sldId id="456" r:id="rId9"/>
    <p:sldId id="457" r:id="rId10"/>
    <p:sldId id="458" r:id="rId11"/>
    <p:sldId id="459" r:id="rId12"/>
    <p:sldId id="460" r:id="rId13"/>
    <p:sldId id="461" r:id="rId14"/>
    <p:sldId id="462" r:id="rId15"/>
    <p:sldId id="538" r:id="rId16"/>
    <p:sldId id="463" r:id="rId17"/>
    <p:sldId id="464" r:id="rId18"/>
    <p:sldId id="465" r:id="rId19"/>
    <p:sldId id="466" r:id="rId20"/>
    <p:sldId id="467" r:id="rId21"/>
    <p:sldId id="468" r:id="rId22"/>
    <p:sldId id="469" r:id="rId23"/>
    <p:sldId id="470" r:id="rId24"/>
    <p:sldId id="471" r:id="rId25"/>
    <p:sldId id="472" r:id="rId26"/>
    <p:sldId id="473" r:id="rId27"/>
    <p:sldId id="474" r:id="rId28"/>
    <p:sldId id="475" r:id="rId29"/>
    <p:sldId id="476" r:id="rId30"/>
    <p:sldId id="477" r:id="rId31"/>
    <p:sldId id="478" r:id="rId32"/>
    <p:sldId id="479" r:id="rId33"/>
    <p:sldId id="480" r:id="rId34"/>
    <p:sldId id="481" r:id="rId35"/>
    <p:sldId id="482" r:id="rId36"/>
    <p:sldId id="483" r:id="rId37"/>
    <p:sldId id="484" r:id="rId38"/>
    <p:sldId id="485" r:id="rId39"/>
    <p:sldId id="486" r:id="rId40"/>
    <p:sldId id="487" r:id="rId41"/>
    <p:sldId id="488" r:id="rId42"/>
    <p:sldId id="489" r:id="rId43"/>
    <p:sldId id="490" r:id="rId44"/>
    <p:sldId id="491" r:id="rId45"/>
    <p:sldId id="492" r:id="rId46"/>
    <p:sldId id="493" r:id="rId47"/>
    <p:sldId id="494" r:id="rId48"/>
    <p:sldId id="495" r:id="rId49"/>
    <p:sldId id="496" r:id="rId50"/>
    <p:sldId id="497" r:id="rId51"/>
    <p:sldId id="539" r:id="rId52"/>
    <p:sldId id="540" r:id="rId53"/>
    <p:sldId id="541" r:id="rId54"/>
    <p:sldId id="542" r:id="rId55"/>
    <p:sldId id="543" r:id="rId56"/>
    <p:sldId id="544" r:id="rId57"/>
    <p:sldId id="545" r:id="rId58"/>
    <p:sldId id="546" r:id="rId59"/>
  </p:sldIdLst>
  <p:sldSz cx="12192000" cy="6858000"/>
  <p:notesSz cx="6985000" cy="9283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68"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Leonardo Barbosa Perez" userId="3291dd0c0a50a603" providerId="LiveId" clId="{215C019D-1D12-470B-93BD-6A7D069EA818}"/>
    <pc:docChg chg="delSld modSld">
      <pc:chgData name="Jaime Leonardo Barbosa Perez" userId="3291dd0c0a50a603" providerId="LiveId" clId="{215C019D-1D12-470B-93BD-6A7D069EA818}" dt="2026-04-29T19:36:04.487" v="8" actId="47"/>
      <pc:docMkLst>
        <pc:docMk/>
      </pc:docMkLst>
      <pc:sldChg chg="modSp del mod">
        <pc:chgData name="Jaime Leonardo Barbosa Perez" userId="3291dd0c0a50a603" providerId="LiveId" clId="{215C019D-1D12-470B-93BD-6A7D069EA818}" dt="2026-04-29T19:19:14.231" v="6" actId="47"/>
        <pc:sldMkLst>
          <pc:docMk/>
          <pc:sldMk cId="3632598554" sldId="257"/>
        </pc:sldMkLst>
        <pc:spChg chg="mod">
          <ac:chgData name="Jaime Leonardo Barbosa Perez" userId="3291dd0c0a50a603" providerId="LiveId" clId="{215C019D-1D12-470B-93BD-6A7D069EA818}" dt="2026-04-29T19:10:46.582" v="5" actId="20577"/>
          <ac:spMkLst>
            <pc:docMk/>
            <pc:sldMk cId="3632598554" sldId="257"/>
            <ac:spMk id="4" creationId="{00000000-0000-0000-0000-000000000000}"/>
          </ac:spMkLst>
        </pc:spChg>
      </pc:sldChg>
      <pc:sldChg chg="del">
        <pc:chgData name="Jaime Leonardo Barbosa Perez" userId="3291dd0c0a50a603" providerId="LiveId" clId="{215C019D-1D12-470B-93BD-6A7D069EA818}" dt="2026-04-29T19:19:14.231" v="6" actId="47"/>
        <pc:sldMkLst>
          <pc:docMk/>
          <pc:sldMk cId="3194240845" sldId="258"/>
        </pc:sldMkLst>
      </pc:sldChg>
      <pc:sldChg chg="del">
        <pc:chgData name="Jaime Leonardo Barbosa Perez" userId="3291dd0c0a50a603" providerId="LiveId" clId="{215C019D-1D12-470B-93BD-6A7D069EA818}" dt="2026-04-29T19:19:14.231" v="6" actId="47"/>
        <pc:sldMkLst>
          <pc:docMk/>
          <pc:sldMk cId="1228325553" sldId="259"/>
        </pc:sldMkLst>
      </pc:sldChg>
      <pc:sldChg chg="del">
        <pc:chgData name="Jaime Leonardo Barbosa Perez" userId="3291dd0c0a50a603" providerId="LiveId" clId="{215C019D-1D12-470B-93BD-6A7D069EA818}" dt="2026-04-29T19:19:14.231" v="6" actId="47"/>
        <pc:sldMkLst>
          <pc:docMk/>
          <pc:sldMk cId="2973324831" sldId="260"/>
        </pc:sldMkLst>
      </pc:sldChg>
      <pc:sldChg chg="del">
        <pc:chgData name="Jaime Leonardo Barbosa Perez" userId="3291dd0c0a50a603" providerId="LiveId" clId="{215C019D-1D12-470B-93BD-6A7D069EA818}" dt="2026-04-29T19:19:14.231" v="6" actId="47"/>
        <pc:sldMkLst>
          <pc:docMk/>
          <pc:sldMk cId="488838673" sldId="261"/>
        </pc:sldMkLst>
      </pc:sldChg>
      <pc:sldChg chg="del">
        <pc:chgData name="Jaime Leonardo Barbosa Perez" userId="3291dd0c0a50a603" providerId="LiveId" clId="{215C019D-1D12-470B-93BD-6A7D069EA818}" dt="2026-04-29T19:19:14.231" v="6" actId="47"/>
        <pc:sldMkLst>
          <pc:docMk/>
          <pc:sldMk cId="1210623521" sldId="262"/>
        </pc:sldMkLst>
      </pc:sldChg>
      <pc:sldChg chg="del">
        <pc:chgData name="Jaime Leonardo Barbosa Perez" userId="3291dd0c0a50a603" providerId="LiveId" clId="{215C019D-1D12-470B-93BD-6A7D069EA818}" dt="2026-04-29T19:19:14.231" v="6" actId="47"/>
        <pc:sldMkLst>
          <pc:docMk/>
          <pc:sldMk cId="3638247787" sldId="263"/>
        </pc:sldMkLst>
      </pc:sldChg>
      <pc:sldChg chg="del">
        <pc:chgData name="Jaime Leonardo Barbosa Perez" userId="3291dd0c0a50a603" providerId="LiveId" clId="{215C019D-1D12-470B-93BD-6A7D069EA818}" dt="2026-04-29T19:19:14.231" v="6" actId="47"/>
        <pc:sldMkLst>
          <pc:docMk/>
          <pc:sldMk cId="3806171533" sldId="264"/>
        </pc:sldMkLst>
      </pc:sldChg>
      <pc:sldChg chg="del">
        <pc:chgData name="Jaime Leonardo Barbosa Perez" userId="3291dd0c0a50a603" providerId="LiveId" clId="{215C019D-1D12-470B-93BD-6A7D069EA818}" dt="2026-04-29T19:19:14.231" v="6" actId="47"/>
        <pc:sldMkLst>
          <pc:docMk/>
          <pc:sldMk cId="1722360227" sldId="265"/>
        </pc:sldMkLst>
      </pc:sldChg>
      <pc:sldChg chg="del">
        <pc:chgData name="Jaime Leonardo Barbosa Perez" userId="3291dd0c0a50a603" providerId="LiveId" clId="{215C019D-1D12-470B-93BD-6A7D069EA818}" dt="2026-04-29T19:19:14.231" v="6" actId="47"/>
        <pc:sldMkLst>
          <pc:docMk/>
          <pc:sldMk cId="3263730342" sldId="266"/>
        </pc:sldMkLst>
      </pc:sldChg>
      <pc:sldChg chg="del">
        <pc:chgData name="Jaime Leonardo Barbosa Perez" userId="3291dd0c0a50a603" providerId="LiveId" clId="{215C019D-1D12-470B-93BD-6A7D069EA818}" dt="2026-04-29T19:19:14.231" v="6" actId="47"/>
        <pc:sldMkLst>
          <pc:docMk/>
          <pc:sldMk cId="529870024" sldId="267"/>
        </pc:sldMkLst>
      </pc:sldChg>
      <pc:sldChg chg="del">
        <pc:chgData name="Jaime Leonardo Barbosa Perez" userId="3291dd0c0a50a603" providerId="LiveId" clId="{215C019D-1D12-470B-93BD-6A7D069EA818}" dt="2026-04-29T19:19:14.231" v="6" actId="47"/>
        <pc:sldMkLst>
          <pc:docMk/>
          <pc:sldMk cId="3117262303" sldId="268"/>
        </pc:sldMkLst>
      </pc:sldChg>
      <pc:sldChg chg="del">
        <pc:chgData name="Jaime Leonardo Barbosa Perez" userId="3291dd0c0a50a603" providerId="LiveId" clId="{215C019D-1D12-470B-93BD-6A7D069EA818}" dt="2026-04-29T19:19:14.231" v="6" actId="47"/>
        <pc:sldMkLst>
          <pc:docMk/>
          <pc:sldMk cId="4201764476" sldId="269"/>
        </pc:sldMkLst>
      </pc:sldChg>
      <pc:sldChg chg="del">
        <pc:chgData name="Jaime Leonardo Barbosa Perez" userId="3291dd0c0a50a603" providerId="LiveId" clId="{215C019D-1D12-470B-93BD-6A7D069EA818}" dt="2026-04-29T19:19:14.231" v="6" actId="47"/>
        <pc:sldMkLst>
          <pc:docMk/>
          <pc:sldMk cId="295801070" sldId="270"/>
        </pc:sldMkLst>
      </pc:sldChg>
      <pc:sldChg chg="del">
        <pc:chgData name="Jaime Leonardo Barbosa Perez" userId="3291dd0c0a50a603" providerId="LiveId" clId="{215C019D-1D12-470B-93BD-6A7D069EA818}" dt="2026-04-29T19:19:14.231" v="6" actId="47"/>
        <pc:sldMkLst>
          <pc:docMk/>
          <pc:sldMk cId="78880706" sldId="271"/>
        </pc:sldMkLst>
      </pc:sldChg>
      <pc:sldChg chg="del">
        <pc:chgData name="Jaime Leonardo Barbosa Perez" userId="3291dd0c0a50a603" providerId="LiveId" clId="{215C019D-1D12-470B-93BD-6A7D069EA818}" dt="2026-04-29T19:24:02.692" v="7" actId="47"/>
        <pc:sldMkLst>
          <pc:docMk/>
          <pc:sldMk cId="1737682235" sldId="272"/>
        </pc:sldMkLst>
      </pc:sldChg>
      <pc:sldChg chg="del">
        <pc:chgData name="Jaime Leonardo Barbosa Perez" userId="3291dd0c0a50a603" providerId="LiveId" clId="{215C019D-1D12-470B-93BD-6A7D069EA818}" dt="2026-04-29T19:24:02.692" v="7" actId="47"/>
        <pc:sldMkLst>
          <pc:docMk/>
          <pc:sldMk cId="404030462" sldId="273"/>
        </pc:sldMkLst>
      </pc:sldChg>
      <pc:sldChg chg="del">
        <pc:chgData name="Jaime Leonardo Barbosa Perez" userId="3291dd0c0a50a603" providerId="LiveId" clId="{215C019D-1D12-470B-93BD-6A7D069EA818}" dt="2026-04-29T19:24:02.692" v="7" actId="47"/>
        <pc:sldMkLst>
          <pc:docMk/>
          <pc:sldMk cId="2741705527" sldId="274"/>
        </pc:sldMkLst>
      </pc:sldChg>
      <pc:sldChg chg="del">
        <pc:chgData name="Jaime Leonardo Barbosa Perez" userId="3291dd0c0a50a603" providerId="LiveId" clId="{215C019D-1D12-470B-93BD-6A7D069EA818}" dt="2026-04-29T19:24:02.692" v="7" actId="47"/>
        <pc:sldMkLst>
          <pc:docMk/>
          <pc:sldMk cId="3488004092" sldId="275"/>
        </pc:sldMkLst>
      </pc:sldChg>
      <pc:sldChg chg="del">
        <pc:chgData name="Jaime Leonardo Barbosa Perez" userId="3291dd0c0a50a603" providerId="LiveId" clId="{215C019D-1D12-470B-93BD-6A7D069EA818}" dt="2026-04-29T19:24:02.692" v="7" actId="47"/>
        <pc:sldMkLst>
          <pc:docMk/>
          <pc:sldMk cId="2392968495" sldId="276"/>
        </pc:sldMkLst>
      </pc:sldChg>
      <pc:sldChg chg="del">
        <pc:chgData name="Jaime Leonardo Barbosa Perez" userId="3291dd0c0a50a603" providerId="LiveId" clId="{215C019D-1D12-470B-93BD-6A7D069EA818}" dt="2026-04-29T19:24:02.692" v="7" actId="47"/>
        <pc:sldMkLst>
          <pc:docMk/>
          <pc:sldMk cId="3694016734" sldId="277"/>
        </pc:sldMkLst>
      </pc:sldChg>
      <pc:sldChg chg="del">
        <pc:chgData name="Jaime Leonardo Barbosa Perez" userId="3291dd0c0a50a603" providerId="LiveId" clId="{215C019D-1D12-470B-93BD-6A7D069EA818}" dt="2026-04-29T19:24:02.692" v="7" actId="47"/>
        <pc:sldMkLst>
          <pc:docMk/>
          <pc:sldMk cId="2236617269" sldId="278"/>
        </pc:sldMkLst>
      </pc:sldChg>
      <pc:sldChg chg="del">
        <pc:chgData name="Jaime Leonardo Barbosa Perez" userId="3291dd0c0a50a603" providerId="LiveId" clId="{215C019D-1D12-470B-93BD-6A7D069EA818}" dt="2026-04-29T19:24:02.692" v="7" actId="47"/>
        <pc:sldMkLst>
          <pc:docMk/>
          <pc:sldMk cId="2615312204" sldId="279"/>
        </pc:sldMkLst>
      </pc:sldChg>
      <pc:sldChg chg="del">
        <pc:chgData name="Jaime Leonardo Barbosa Perez" userId="3291dd0c0a50a603" providerId="LiveId" clId="{215C019D-1D12-470B-93BD-6A7D069EA818}" dt="2026-04-29T19:24:02.692" v="7" actId="47"/>
        <pc:sldMkLst>
          <pc:docMk/>
          <pc:sldMk cId="2286265331" sldId="284"/>
        </pc:sldMkLst>
      </pc:sldChg>
      <pc:sldChg chg="del">
        <pc:chgData name="Jaime Leonardo Barbosa Perez" userId="3291dd0c0a50a603" providerId="LiveId" clId="{215C019D-1D12-470B-93BD-6A7D069EA818}" dt="2026-04-29T19:19:14.231" v="6" actId="47"/>
        <pc:sldMkLst>
          <pc:docMk/>
          <pc:sldMk cId="348396692" sldId="285"/>
        </pc:sldMkLst>
      </pc:sldChg>
      <pc:sldChg chg="del">
        <pc:chgData name="Jaime Leonardo Barbosa Perez" userId="3291dd0c0a50a603" providerId="LiveId" clId="{215C019D-1D12-470B-93BD-6A7D069EA818}" dt="2026-04-29T19:24:02.692" v="7" actId="47"/>
        <pc:sldMkLst>
          <pc:docMk/>
          <pc:sldMk cId="2898443094" sldId="286"/>
        </pc:sldMkLst>
      </pc:sldChg>
      <pc:sldChg chg="del">
        <pc:chgData name="Jaime Leonardo Barbosa Perez" userId="3291dd0c0a50a603" providerId="LiveId" clId="{215C019D-1D12-470B-93BD-6A7D069EA818}" dt="2026-04-29T19:19:14.231" v="6" actId="47"/>
        <pc:sldMkLst>
          <pc:docMk/>
          <pc:sldMk cId="3124513199" sldId="287"/>
        </pc:sldMkLst>
      </pc:sldChg>
      <pc:sldChg chg="del">
        <pc:chgData name="Jaime Leonardo Barbosa Perez" userId="3291dd0c0a50a603" providerId="LiveId" clId="{215C019D-1D12-470B-93BD-6A7D069EA818}" dt="2026-04-29T19:19:14.231" v="6" actId="47"/>
        <pc:sldMkLst>
          <pc:docMk/>
          <pc:sldMk cId="3504265715" sldId="288"/>
        </pc:sldMkLst>
      </pc:sldChg>
      <pc:sldChg chg="del">
        <pc:chgData name="Jaime Leonardo Barbosa Perez" userId="3291dd0c0a50a603" providerId="LiveId" clId="{215C019D-1D12-470B-93BD-6A7D069EA818}" dt="2026-04-29T19:19:14.231" v="6" actId="47"/>
        <pc:sldMkLst>
          <pc:docMk/>
          <pc:sldMk cId="3196038232" sldId="289"/>
        </pc:sldMkLst>
      </pc:sldChg>
      <pc:sldChg chg="del">
        <pc:chgData name="Jaime Leonardo Barbosa Perez" userId="3291dd0c0a50a603" providerId="LiveId" clId="{215C019D-1D12-470B-93BD-6A7D069EA818}" dt="2026-04-29T19:19:14.231" v="6" actId="47"/>
        <pc:sldMkLst>
          <pc:docMk/>
          <pc:sldMk cId="2188873708" sldId="290"/>
        </pc:sldMkLst>
      </pc:sldChg>
      <pc:sldChg chg="del">
        <pc:chgData name="Jaime Leonardo Barbosa Perez" userId="3291dd0c0a50a603" providerId="LiveId" clId="{215C019D-1D12-470B-93BD-6A7D069EA818}" dt="2026-04-29T19:19:14.231" v="6" actId="47"/>
        <pc:sldMkLst>
          <pc:docMk/>
          <pc:sldMk cId="2404530812" sldId="291"/>
        </pc:sldMkLst>
      </pc:sldChg>
      <pc:sldChg chg="del">
        <pc:chgData name="Jaime Leonardo Barbosa Perez" userId="3291dd0c0a50a603" providerId="LiveId" clId="{215C019D-1D12-470B-93BD-6A7D069EA818}" dt="2026-04-29T19:19:14.231" v="6" actId="47"/>
        <pc:sldMkLst>
          <pc:docMk/>
          <pc:sldMk cId="1233598073" sldId="292"/>
        </pc:sldMkLst>
      </pc:sldChg>
      <pc:sldChg chg="del">
        <pc:chgData name="Jaime Leonardo Barbosa Perez" userId="3291dd0c0a50a603" providerId="LiveId" clId="{215C019D-1D12-470B-93BD-6A7D069EA818}" dt="2026-04-29T19:24:02.692" v="7" actId="47"/>
        <pc:sldMkLst>
          <pc:docMk/>
          <pc:sldMk cId="2622838663" sldId="293"/>
        </pc:sldMkLst>
      </pc:sldChg>
      <pc:sldChg chg="del">
        <pc:chgData name="Jaime Leonardo Barbosa Perez" userId="3291dd0c0a50a603" providerId="LiveId" clId="{215C019D-1D12-470B-93BD-6A7D069EA818}" dt="2026-04-29T19:24:02.692" v="7" actId="47"/>
        <pc:sldMkLst>
          <pc:docMk/>
          <pc:sldMk cId="2930498760" sldId="294"/>
        </pc:sldMkLst>
      </pc:sldChg>
      <pc:sldChg chg="del">
        <pc:chgData name="Jaime Leonardo Barbosa Perez" userId="3291dd0c0a50a603" providerId="LiveId" clId="{215C019D-1D12-470B-93BD-6A7D069EA818}" dt="2026-04-29T19:24:02.692" v="7" actId="47"/>
        <pc:sldMkLst>
          <pc:docMk/>
          <pc:sldMk cId="349243691" sldId="295"/>
        </pc:sldMkLst>
      </pc:sldChg>
      <pc:sldChg chg="del">
        <pc:chgData name="Jaime Leonardo Barbosa Perez" userId="3291dd0c0a50a603" providerId="LiveId" clId="{215C019D-1D12-470B-93BD-6A7D069EA818}" dt="2026-04-29T19:24:02.692" v="7" actId="47"/>
        <pc:sldMkLst>
          <pc:docMk/>
          <pc:sldMk cId="363284718" sldId="296"/>
        </pc:sldMkLst>
      </pc:sldChg>
      <pc:sldChg chg="del">
        <pc:chgData name="Jaime Leonardo Barbosa Perez" userId="3291dd0c0a50a603" providerId="LiveId" clId="{215C019D-1D12-470B-93BD-6A7D069EA818}" dt="2026-04-29T19:24:02.692" v="7" actId="47"/>
        <pc:sldMkLst>
          <pc:docMk/>
          <pc:sldMk cId="4232305363" sldId="297"/>
        </pc:sldMkLst>
      </pc:sldChg>
      <pc:sldChg chg="del">
        <pc:chgData name="Jaime Leonardo Barbosa Perez" userId="3291dd0c0a50a603" providerId="LiveId" clId="{215C019D-1D12-470B-93BD-6A7D069EA818}" dt="2026-04-29T19:24:02.692" v="7" actId="47"/>
        <pc:sldMkLst>
          <pc:docMk/>
          <pc:sldMk cId="4280434779" sldId="298"/>
        </pc:sldMkLst>
      </pc:sldChg>
      <pc:sldChg chg="del">
        <pc:chgData name="Jaime Leonardo Barbosa Perez" userId="3291dd0c0a50a603" providerId="LiveId" clId="{215C019D-1D12-470B-93BD-6A7D069EA818}" dt="2026-04-29T19:24:02.692" v="7" actId="47"/>
        <pc:sldMkLst>
          <pc:docMk/>
          <pc:sldMk cId="773957642" sldId="300"/>
        </pc:sldMkLst>
      </pc:sldChg>
      <pc:sldChg chg="del">
        <pc:chgData name="Jaime Leonardo Barbosa Perez" userId="3291dd0c0a50a603" providerId="LiveId" clId="{215C019D-1D12-470B-93BD-6A7D069EA818}" dt="2026-04-29T19:24:02.692" v="7" actId="47"/>
        <pc:sldMkLst>
          <pc:docMk/>
          <pc:sldMk cId="2595096022" sldId="301"/>
        </pc:sldMkLst>
      </pc:sldChg>
      <pc:sldChg chg="del">
        <pc:chgData name="Jaime Leonardo Barbosa Perez" userId="3291dd0c0a50a603" providerId="LiveId" clId="{215C019D-1D12-470B-93BD-6A7D069EA818}" dt="2026-04-29T19:24:02.692" v="7" actId="47"/>
        <pc:sldMkLst>
          <pc:docMk/>
          <pc:sldMk cId="336741520" sldId="302"/>
        </pc:sldMkLst>
      </pc:sldChg>
      <pc:sldChg chg="del">
        <pc:chgData name="Jaime Leonardo Barbosa Perez" userId="3291dd0c0a50a603" providerId="LiveId" clId="{215C019D-1D12-470B-93BD-6A7D069EA818}" dt="2026-04-29T19:24:02.692" v="7" actId="47"/>
        <pc:sldMkLst>
          <pc:docMk/>
          <pc:sldMk cId="3918939011" sldId="303"/>
        </pc:sldMkLst>
      </pc:sldChg>
      <pc:sldChg chg="del">
        <pc:chgData name="Jaime Leonardo Barbosa Perez" userId="3291dd0c0a50a603" providerId="LiveId" clId="{215C019D-1D12-470B-93BD-6A7D069EA818}" dt="2026-04-29T19:36:04.487" v="8" actId="47"/>
        <pc:sldMkLst>
          <pc:docMk/>
          <pc:sldMk cId="322156046" sldId="304"/>
        </pc:sldMkLst>
      </pc:sldChg>
      <pc:sldChg chg="del">
        <pc:chgData name="Jaime Leonardo Barbosa Perez" userId="3291dd0c0a50a603" providerId="LiveId" clId="{215C019D-1D12-470B-93BD-6A7D069EA818}" dt="2026-04-29T19:36:04.487" v="8" actId="47"/>
        <pc:sldMkLst>
          <pc:docMk/>
          <pc:sldMk cId="3650569093" sldId="305"/>
        </pc:sldMkLst>
      </pc:sldChg>
      <pc:sldChg chg="del">
        <pc:chgData name="Jaime Leonardo Barbosa Perez" userId="3291dd0c0a50a603" providerId="LiveId" clId="{215C019D-1D12-470B-93BD-6A7D069EA818}" dt="2026-04-29T19:36:04.487" v="8" actId="47"/>
        <pc:sldMkLst>
          <pc:docMk/>
          <pc:sldMk cId="2738637017" sldId="306"/>
        </pc:sldMkLst>
      </pc:sldChg>
      <pc:sldChg chg="del">
        <pc:chgData name="Jaime Leonardo Barbosa Perez" userId="3291dd0c0a50a603" providerId="LiveId" clId="{215C019D-1D12-470B-93BD-6A7D069EA818}" dt="2026-04-29T19:36:04.487" v="8" actId="47"/>
        <pc:sldMkLst>
          <pc:docMk/>
          <pc:sldMk cId="4104441726" sldId="308"/>
        </pc:sldMkLst>
      </pc:sldChg>
      <pc:sldChg chg="del">
        <pc:chgData name="Jaime Leonardo Barbosa Perez" userId="3291dd0c0a50a603" providerId="LiveId" clId="{215C019D-1D12-470B-93BD-6A7D069EA818}" dt="2026-04-29T19:36:04.487" v="8" actId="47"/>
        <pc:sldMkLst>
          <pc:docMk/>
          <pc:sldMk cId="2558134854" sldId="309"/>
        </pc:sldMkLst>
      </pc:sldChg>
      <pc:sldChg chg="del">
        <pc:chgData name="Jaime Leonardo Barbosa Perez" userId="3291dd0c0a50a603" providerId="LiveId" clId="{215C019D-1D12-470B-93BD-6A7D069EA818}" dt="2026-04-29T19:36:04.487" v="8" actId="47"/>
        <pc:sldMkLst>
          <pc:docMk/>
          <pc:sldMk cId="4033573077" sldId="310"/>
        </pc:sldMkLst>
      </pc:sldChg>
      <pc:sldChg chg="del">
        <pc:chgData name="Jaime Leonardo Barbosa Perez" userId="3291dd0c0a50a603" providerId="LiveId" clId="{215C019D-1D12-470B-93BD-6A7D069EA818}" dt="2026-04-29T19:36:04.487" v="8" actId="47"/>
        <pc:sldMkLst>
          <pc:docMk/>
          <pc:sldMk cId="2008541452" sldId="311"/>
        </pc:sldMkLst>
      </pc:sldChg>
      <pc:sldChg chg="del">
        <pc:chgData name="Jaime Leonardo Barbosa Perez" userId="3291dd0c0a50a603" providerId="LiveId" clId="{215C019D-1D12-470B-93BD-6A7D069EA818}" dt="2026-04-29T19:36:04.487" v="8" actId="47"/>
        <pc:sldMkLst>
          <pc:docMk/>
          <pc:sldMk cId="1007516831" sldId="312"/>
        </pc:sldMkLst>
      </pc:sldChg>
      <pc:sldChg chg="del">
        <pc:chgData name="Jaime Leonardo Barbosa Perez" userId="3291dd0c0a50a603" providerId="LiveId" clId="{215C019D-1D12-470B-93BD-6A7D069EA818}" dt="2026-04-29T19:36:04.487" v="8" actId="47"/>
        <pc:sldMkLst>
          <pc:docMk/>
          <pc:sldMk cId="3046408978" sldId="313"/>
        </pc:sldMkLst>
      </pc:sldChg>
      <pc:sldChg chg="del">
        <pc:chgData name="Jaime Leonardo Barbosa Perez" userId="3291dd0c0a50a603" providerId="LiveId" clId="{215C019D-1D12-470B-93BD-6A7D069EA818}" dt="2026-04-29T19:36:04.487" v="8" actId="47"/>
        <pc:sldMkLst>
          <pc:docMk/>
          <pc:sldMk cId="945716981" sldId="314"/>
        </pc:sldMkLst>
      </pc:sldChg>
      <pc:sldChg chg="del">
        <pc:chgData name="Jaime Leonardo Barbosa Perez" userId="3291dd0c0a50a603" providerId="LiveId" clId="{215C019D-1D12-470B-93BD-6A7D069EA818}" dt="2026-04-29T19:36:04.487" v="8" actId="47"/>
        <pc:sldMkLst>
          <pc:docMk/>
          <pc:sldMk cId="3322583309" sldId="315"/>
        </pc:sldMkLst>
      </pc:sldChg>
      <pc:sldChg chg="del">
        <pc:chgData name="Jaime Leonardo Barbosa Perez" userId="3291dd0c0a50a603" providerId="LiveId" clId="{215C019D-1D12-470B-93BD-6A7D069EA818}" dt="2026-04-29T19:36:04.487" v="8" actId="47"/>
        <pc:sldMkLst>
          <pc:docMk/>
          <pc:sldMk cId="545023706" sldId="316"/>
        </pc:sldMkLst>
      </pc:sldChg>
      <pc:sldChg chg="del">
        <pc:chgData name="Jaime Leonardo Barbosa Perez" userId="3291dd0c0a50a603" providerId="LiveId" clId="{215C019D-1D12-470B-93BD-6A7D069EA818}" dt="2026-04-29T19:36:04.487" v="8" actId="47"/>
        <pc:sldMkLst>
          <pc:docMk/>
          <pc:sldMk cId="1698745205" sldId="317"/>
        </pc:sldMkLst>
      </pc:sldChg>
      <pc:sldChg chg="del">
        <pc:chgData name="Jaime Leonardo Barbosa Perez" userId="3291dd0c0a50a603" providerId="LiveId" clId="{215C019D-1D12-470B-93BD-6A7D069EA818}" dt="2026-04-29T19:36:04.487" v="8" actId="47"/>
        <pc:sldMkLst>
          <pc:docMk/>
          <pc:sldMk cId="339116301" sldId="318"/>
        </pc:sldMkLst>
      </pc:sldChg>
      <pc:sldChg chg="del">
        <pc:chgData name="Jaime Leonardo Barbosa Perez" userId="3291dd0c0a50a603" providerId="LiveId" clId="{215C019D-1D12-470B-93BD-6A7D069EA818}" dt="2026-04-29T19:36:04.487" v="8" actId="47"/>
        <pc:sldMkLst>
          <pc:docMk/>
          <pc:sldMk cId="119997255" sldId="319"/>
        </pc:sldMkLst>
      </pc:sldChg>
      <pc:sldChg chg="del">
        <pc:chgData name="Jaime Leonardo Barbosa Perez" userId="3291dd0c0a50a603" providerId="LiveId" clId="{215C019D-1D12-470B-93BD-6A7D069EA818}" dt="2026-04-29T19:36:04.487" v="8" actId="47"/>
        <pc:sldMkLst>
          <pc:docMk/>
          <pc:sldMk cId="1626742400" sldId="320"/>
        </pc:sldMkLst>
      </pc:sldChg>
      <pc:sldChg chg="del">
        <pc:chgData name="Jaime Leonardo Barbosa Perez" userId="3291dd0c0a50a603" providerId="LiveId" clId="{215C019D-1D12-470B-93BD-6A7D069EA818}" dt="2026-04-29T19:36:04.487" v="8" actId="47"/>
        <pc:sldMkLst>
          <pc:docMk/>
          <pc:sldMk cId="1625594030" sldId="321"/>
        </pc:sldMkLst>
      </pc:sldChg>
      <pc:sldChg chg="del">
        <pc:chgData name="Jaime Leonardo Barbosa Perez" userId="3291dd0c0a50a603" providerId="LiveId" clId="{215C019D-1D12-470B-93BD-6A7D069EA818}" dt="2026-04-29T19:36:04.487" v="8" actId="47"/>
        <pc:sldMkLst>
          <pc:docMk/>
          <pc:sldMk cId="3510507345" sldId="322"/>
        </pc:sldMkLst>
      </pc:sldChg>
      <pc:sldChg chg="del">
        <pc:chgData name="Jaime Leonardo Barbosa Perez" userId="3291dd0c0a50a603" providerId="LiveId" clId="{215C019D-1D12-470B-93BD-6A7D069EA818}" dt="2026-04-29T19:36:04.487" v="8" actId="47"/>
        <pc:sldMkLst>
          <pc:docMk/>
          <pc:sldMk cId="2086598372" sldId="323"/>
        </pc:sldMkLst>
      </pc:sldChg>
      <pc:sldChg chg="del">
        <pc:chgData name="Jaime Leonardo Barbosa Perez" userId="3291dd0c0a50a603" providerId="LiveId" clId="{215C019D-1D12-470B-93BD-6A7D069EA818}" dt="2026-04-29T19:36:04.487" v="8" actId="47"/>
        <pc:sldMkLst>
          <pc:docMk/>
          <pc:sldMk cId="1312438314" sldId="324"/>
        </pc:sldMkLst>
      </pc:sldChg>
      <pc:sldChg chg="del">
        <pc:chgData name="Jaime Leonardo Barbosa Perez" userId="3291dd0c0a50a603" providerId="LiveId" clId="{215C019D-1D12-470B-93BD-6A7D069EA818}" dt="2026-04-29T19:36:04.487" v="8" actId="47"/>
        <pc:sldMkLst>
          <pc:docMk/>
          <pc:sldMk cId="2390681566" sldId="325"/>
        </pc:sldMkLst>
      </pc:sldChg>
      <pc:sldChg chg="del">
        <pc:chgData name="Jaime Leonardo Barbosa Perez" userId="3291dd0c0a50a603" providerId="LiveId" clId="{215C019D-1D12-470B-93BD-6A7D069EA818}" dt="2026-04-29T19:36:04.487" v="8" actId="47"/>
        <pc:sldMkLst>
          <pc:docMk/>
          <pc:sldMk cId="4056965885" sldId="326"/>
        </pc:sldMkLst>
      </pc:sldChg>
      <pc:sldChg chg="del">
        <pc:chgData name="Jaime Leonardo Barbosa Perez" userId="3291dd0c0a50a603" providerId="LiveId" clId="{215C019D-1D12-470B-93BD-6A7D069EA818}" dt="2026-04-29T19:36:04.487" v="8" actId="47"/>
        <pc:sldMkLst>
          <pc:docMk/>
          <pc:sldMk cId="509122897" sldId="327"/>
        </pc:sldMkLst>
      </pc:sldChg>
      <pc:sldChg chg="del">
        <pc:chgData name="Jaime Leonardo Barbosa Perez" userId="3291dd0c0a50a603" providerId="LiveId" clId="{215C019D-1D12-470B-93BD-6A7D069EA818}" dt="2026-04-29T19:36:04.487" v="8" actId="47"/>
        <pc:sldMkLst>
          <pc:docMk/>
          <pc:sldMk cId="3904578013" sldId="328"/>
        </pc:sldMkLst>
      </pc:sldChg>
      <pc:sldChg chg="del">
        <pc:chgData name="Jaime Leonardo Barbosa Perez" userId="3291dd0c0a50a603" providerId="LiveId" clId="{215C019D-1D12-470B-93BD-6A7D069EA818}" dt="2026-04-29T19:36:04.487" v="8" actId="47"/>
        <pc:sldMkLst>
          <pc:docMk/>
          <pc:sldMk cId="3104325780" sldId="329"/>
        </pc:sldMkLst>
      </pc:sldChg>
      <pc:sldChg chg="del">
        <pc:chgData name="Jaime Leonardo Barbosa Perez" userId="3291dd0c0a50a603" providerId="LiveId" clId="{215C019D-1D12-470B-93BD-6A7D069EA818}" dt="2026-04-29T19:36:04.487" v="8" actId="47"/>
        <pc:sldMkLst>
          <pc:docMk/>
          <pc:sldMk cId="2062466247" sldId="330"/>
        </pc:sldMkLst>
      </pc:sldChg>
      <pc:sldChg chg="del">
        <pc:chgData name="Jaime Leonardo Barbosa Perez" userId="3291dd0c0a50a603" providerId="LiveId" clId="{215C019D-1D12-470B-93BD-6A7D069EA818}" dt="2026-04-29T19:36:04.487" v="8" actId="47"/>
        <pc:sldMkLst>
          <pc:docMk/>
          <pc:sldMk cId="1177142332" sldId="331"/>
        </pc:sldMkLst>
      </pc:sldChg>
      <pc:sldChg chg="del">
        <pc:chgData name="Jaime Leonardo Barbosa Perez" userId="3291dd0c0a50a603" providerId="LiveId" clId="{215C019D-1D12-470B-93BD-6A7D069EA818}" dt="2026-04-29T19:36:04.487" v="8" actId="47"/>
        <pc:sldMkLst>
          <pc:docMk/>
          <pc:sldMk cId="192769054" sldId="332"/>
        </pc:sldMkLst>
      </pc:sldChg>
      <pc:sldChg chg="del">
        <pc:chgData name="Jaime Leonardo Barbosa Perez" userId="3291dd0c0a50a603" providerId="LiveId" clId="{215C019D-1D12-470B-93BD-6A7D069EA818}" dt="2026-04-29T19:36:04.487" v="8" actId="47"/>
        <pc:sldMkLst>
          <pc:docMk/>
          <pc:sldMk cId="4113822891" sldId="333"/>
        </pc:sldMkLst>
      </pc:sldChg>
      <pc:sldChg chg="del">
        <pc:chgData name="Jaime Leonardo Barbosa Perez" userId="3291dd0c0a50a603" providerId="LiveId" clId="{215C019D-1D12-470B-93BD-6A7D069EA818}" dt="2026-04-29T19:36:04.487" v="8" actId="47"/>
        <pc:sldMkLst>
          <pc:docMk/>
          <pc:sldMk cId="3174066279" sldId="334"/>
        </pc:sldMkLst>
      </pc:sldChg>
      <pc:sldChg chg="del">
        <pc:chgData name="Jaime Leonardo Barbosa Perez" userId="3291dd0c0a50a603" providerId="LiveId" clId="{215C019D-1D12-470B-93BD-6A7D069EA818}" dt="2026-04-29T19:36:04.487" v="8" actId="47"/>
        <pc:sldMkLst>
          <pc:docMk/>
          <pc:sldMk cId="4041380418" sldId="336"/>
        </pc:sldMkLst>
      </pc:sldChg>
      <pc:sldChg chg="del">
        <pc:chgData name="Jaime Leonardo Barbosa Perez" userId="3291dd0c0a50a603" providerId="LiveId" clId="{215C019D-1D12-470B-93BD-6A7D069EA818}" dt="2026-04-29T19:36:04.487" v="8" actId="47"/>
        <pc:sldMkLst>
          <pc:docMk/>
          <pc:sldMk cId="634852966" sldId="337"/>
        </pc:sldMkLst>
      </pc:sldChg>
      <pc:sldChg chg="del">
        <pc:chgData name="Jaime Leonardo Barbosa Perez" userId="3291dd0c0a50a603" providerId="LiveId" clId="{215C019D-1D12-470B-93BD-6A7D069EA818}" dt="2026-04-29T19:36:04.487" v="8" actId="47"/>
        <pc:sldMkLst>
          <pc:docMk/>
          <pc:sldMk cId="3251529442" sldId="338"/>
        </pc:sldMkLst>
      </pc:sldChg>
      <pc:sldChg chg="del">
        <pc:chgData name="Jaime Leonardo Barbosa Perez" userId="3291dd0c0a50a603" providerId="LiveId" clId="{215C019D-1D12-470B-93BD-6A7D069EA818}" dt="2026-04-29T19:36:04.487" v="8" actId="47"/>
        <pc:sldMkLst>
          <pc:docMk/>
          <pc:sldMk cId="2058868044" sldId="339"/>
        </pc:sldMkLst>
      </pc:sldChg>
      <pc:sldChg chg="del">
        <pc:chgData name="Jaime Leonardo Barbosa Perez" userId="3291dd0c0a50a603" providerId="LiveId" clId="{215C019D-1D12-470B-93BD-6A7D069EA818}" dt="2026-04-29T19:19:14.231" v="6" actId="47"/>
        <pc:sldMkLst>
          <pc:docMk/>
          <pc:sldMk cId="296982742" sldId="341"/>
        </pc:sldMkLst>
      </pc:sldChg>
      <pc:sldChg chg="del">
        <pc:chgData name="Jaime Leonardo Barbosa Perez" userId="3291dd0c0a50a603" providerId="LiveId" clId="{215C019D-1D12-470B-93BD-6A7D069EA818}" dt="2026-04-29T19:19:14.231" v="6" actId="47"/>
        <pc:sldMkLst>
          <pc:docMk/>
          <pc:sldMk cId="2638809673" sldId="342"/>
        </pc:sldMkLst>
      </pc:sldChg>
      <pc:sldChg chg="del">
        <pc:chgData name="Jaime Leonardo Barbosa Perez" userId="3291dd0c0a50a603" providerId="LiveId" clId="{215C019D-1D12-470B-93BD-6A7D069EA818}" dt="2026-04-29T19:19:14.231" v="6" actId="47"/>
        <pc:sldMkLst>
          <pc:docMk/>
          <pc:sldMk cId="2499835105" sldId="343"/>
        </pc:sldMkLst>
      </pc:sldChg>
      <pc:sldChg chg="del">
        <pc:chgData name="Jaime Leonardo Barbosa Perez" userId="3291dd0c0a50a603" providerId="LiveId" clId="{215C019D-1D12-470B-93BD-6A7D069EA818}" dt="2026-04-29T19:19:14.231" v="6" actId="47"/>
        <pc:sldMkLst>
          <pc:docMk/>
          <pc:sldMk cId="2072426452" sldId="344"/>
        </pc:sldMkLst>
      </pc:sldChg>
      <pc:sldChg chg="del">
        <pc:chgData name="Jaime Leonardo Barbosa Perez" userId="3291dd0c0a50a603" providerId="LiveId" clId="{215C019D-1D12-470B-93BD-6A7D069EA818}" dt="2026-04-29T19:19:14.231" v="6" actId="47"/>
        <pc:sldMkLst>
          <pc:docMk/>
          <pc:sldMk cId="2328590656" sldId="345"/>
        </pc:sldMkLst>
      </pc:sldChg>
      <pc:sldChg chg="del">
        <pc:chgData name="Jaime Leonardo Barbosa Perez" userId="3291dd0c0a50a603" providerId="LiveId" clId="{215C019D-1D12-470B-93BD-6A7D069EA818}" dt="2026-04-29T19:19:14.231" v="6" actId="47"/>
        <pc:sldMkLst>
          <pc:docMk/>
          <pc:sldMk cId="41328339" sldId="346"/>
        </pc:sldMkLst>
      </pc:sldChg>
      <pc:sldChg chg="del">
        <pc:chgData name="Jaime Leonardo Barbosa Perez" userId="3291dd0c0a50a603" providerId="LiveId" clId="{215C019D-1D12-470B-93BD-6A7D069EA818}" dt="2026-04-29T19:19:14.231" v="6" actId="47"/>
        <pc:sldMkLst>
          <pc:docMk/>
          <pc:sldMk cId="2554227782" sldId="347"/>
        </pc:sldMkLst>
      </pc:sldChg>
      <pc:sldChg chg="del">
        <pc:chgData name="Jaime Leonardo Barbosa Perez" userId="3291dd0c0a50a603" providerId="LiveId" clId="{215C019D-1D12-470B-93BD-6A7D069EA818}" dt="2026-04-29T19:19:14.231" v="6" actId="47"/>
        <pc:sldMkLst>
          <pc:docMk/>
          <pc:sldMk cId="2253796719" sldId="348"/>
        </pc:sldMkLst>
      </pc:sldChg>
      <pc:sldChg chg="del">
        <pc:chgData name="Jaime Leonardo Barbosa Perez" userId="3291dd0c0a50a603" providerId="LiveId" clId="{215C019D-1D12-470B-93BD-6A7D069EA818}" dt="2026-04-29T19:19:14.231" v="6" actId="47"/>
        <pc:sldMkLst>
          <pc:docMk/>
          <pc:sldMk cId="48601023" sldId="349"/>
        </pc:sldMkLst>
      </pc:sldChg>
      <pc:sldChg chg="del">
        <pc:chgData name="Jaime Leonardo Barbosa Perez" userId="3291dd0c0a50a603" providerId="LiveId" clId="{215C019D-1D12-470B-93BD-6A7D069EA818}" dt="2026-04-29T19:19:14.231" v="6" actId="47"/>
        <pc:sldMkLst>
          <pc:docMk/>
          <pc:sldMk cId="1491907933" sldId="350"/>
        </pc:sldMkLst>
      </pc:sldChg>
      <pc:sldChg chg="del">
        <pc:chgData name="Jaime Leonardo Barbosa Perez" userId="3291dd0c0a50a603" providerId="LiveId" clId="{215C019D-1D12-470B-93BD-6A7D069EA818}" dt="2026-04-29T19:19:14.231" v="6" actId="47"/>
        <pc:sldMkLst>
          <pc:docMk/>
          <pc:sldMk cId="1234065024" sldId="351"/>
        </pc:sldMkLst>
      </pc:sldChg>
      <pc:sldChg chg="del">
        <pc:chgData name="Jaime Leonardo Barbosa Perez" userId="3291dd0c0a50a603" providerId="LiveId" clId="{215C019D-1D12-470B-93BD-6A7D069EA818}" dt="2026-04-29T19:19:14.231" v="6" actId="47"/>
        <pc:sldMkLst>
          <pc:docMk/>
          <pc:sldMk cId="1149818461" sldId="352"/>
        </pc:sldMkLst>
      </pc:sldChg>
      <pc:sldChg chg="del">
        <pc:chgData name="Jaime Leonardo Barbosa Perez" userId="3291dd0c0a50a603" providerId="LiveId" clId="{215C019D-1D12-470B-93BD-6A7D069EA818}" dt="2026-04-29T19:19:14.231" v="6" actId="47"/>
        <pc:sldMkLst>
          <pc:docMk/>
          <pc:sldMk cId="1059387092" sldId="353"/>
        </pc:sldMkLst>
      </pc:sldChg>
      <pc:sldChg chg="del">
        <pc:chgData name="Jaime Leonardo Barbosa Perez" userId="3291dd0c0a50a603" providerId="LiveId" clId="{215C019D-1D12-470B-93BD-6A7D069EA818}" dt="2026-04-29T19:19:14.231" v="6" actId="47"/>
        <pc:sldMkLst>
          <pc:docMk/>
          <pc:sldMk cId="1976326094" sldId="354"/>
        </pc:sldMkLst>
      </pc:sldChg>
      <pc:sldChg chg="del">
        <pc:chgData name="Jaime Leonardo Barbosa Perez" userId="3291dd0c0a50a603" providerId="LiveId" clId="{215C019D-1D12-470B-93BD-6A7D069EA818}" dt="2026-04-29T19:19:14.231" v="6" actId="47"/>
        <pc:sldMkLst>
          <pc:docMk/>
          <pc:sldMk cId="3129217442" sldId="355"/>
        </pc:sldMkLst>
      </pc:sldChg>
      <pc:sldChg chg="del">
        <pc:chgData name="Jaime Leonardo Barbosa Perez" userId="3291dd0c0a50a603" providerId="LiveId" clId="{215C019D-1D12-470B-93BD-6A7D069EA818}" dt="2026-04-29T19:19:14.231" v="6" actId="47"/>
        <pc:sldMkLst>
          <pc:docMk/>
          <pc:sldMk cId="217318401" sldId="356"/>
        </pc:sldMkLst>
      </pc:sldChg>
      <pc:sldChg chg="del">
        <pc:chgData name="Jaime Leonardo Barbosa Perez" userId="3291dd0c0a50a603" providerId="LiveId" clId="{215C019D-1D12-470B-93BD-6A7D069EA818}" dt="2026-04-29T19:19:14.231" v="6" actId="47"/>
        <pc:sldMkLst>
          <pc:docMk/>
          <pc:sldMk cId="1626854762" sldId="357"/>
        </pc:sldMkLst>
      </pc:sldChg>
      <pc:sldChg chg="del">
        <pc:chgData name="Jaime Leonardo Barbosa Perez" userId="3291dd0c0a50a603" providerId="LiveId" clId="{215C019D-1D12-470B-93BD-6A7D069EA818}" dt="2026-04-29T19:19:14.231" v="6" actId="47"/>
        <pc:sldMkLst>
          <pc:docMk/>
          <pc:sldMk cId="478330847" sldId="358"/>
        </pc:sldMkLst>
      </pc:sldChg>
      <pc:sldChg chg="del">
        <pc:chgData name="Jaime Leonardo Barbosa Perez" userId="3291dd0c0a50a603" providerId="LiveId" clId="{215C019D-1D12-470B-93BD-6A7D069EA818}" dt="2026-04-29T19:19:14.231" v="6" actId="47"/>
        <pc:sldMkLst>
          <pc:docMk/>
          <pc:sldMk cId="1837321150" sldId="359"/>
        </pc:sldMkLst>
      </pc:sldChg>
      <pc:sldChg chg="del">
        <pc:chgData name="Jaime Leonardo Barbosa Perez" userId="3291dd0c0a50a603" providerId="LiveId" clId="{215C019D-1D12-470B-93BD-6A7D069EA818}" dt="2026-04-29T19:19:14.231" v="6" actId="47"/>
        <pc:sldMkLst>
          <pc:docMk/>
          <pc:sldMk cId="1982205233" sldId="360"/>
        </pc:sldMkLst>
      </pc:sldChg>
      <pc:sldChg chg="del">
        <pc:chgData name="Jaime Leonardo Barbosa Perez" userId="3291dd0c0a50a603" providerId="LiveId" clId="{215C019D-1D12-470B-93BD-6A7D069EA818}" dt="2026-04-29T19:19:14.231" v="6" actId="47"/>
        <pc:sldMkLst>
          <pc:docMk/>
          <pc:sldMk cId="2442527569" sldId="361"/>
        </pc:sldMkLst>
      </pc:sldChg>
      <pc:sldChg chg="del">
        <pc:chgData name="Jaime Leonardo Barbosa Perez" userId="3291dd0c0a50a603" providerId="LiveId" clId="{215C019D-1D12-470B-93BD-6A7D069EA818}" dt="2026-04-29T19:19:14.231" v="6" actId="47"/>
        <pc:sldMkLst>
          <pc:docMk/>
          <pc:sldMk cId="548467126" sldId="362"/>
        </pc:sldMkLst>
      </pc:sldChg>
      <pc:sldChg chg="del">
        <pc:chgData name="Jaime Leonardo Barbosa Perez" userId="3291dd0c0a50a603" providerId="LiveId" clId="{215C019D-1D12-470B-93BD-6A7D069EA818}" dt="2026-04-29T19:19:14.231" v="6" actId="47"/>
        <pc:sldMkLst>
          <pc:docMk/>
          <pc:sldMk cId="1311927382" sldId="363"/>
        </pc:sldMkLst>
      </pc:sldChg>
      <pc:sldChg chg="del">
        <pc:chgData name="Jaime Leonardo Barbosa Perez" userId="3291dd0c0a50a603" providerId="LiveId" clId="{215C019D-1D12-470B-93BD-6A7D069EA818}" dt="2026-04-29T19:36:04.487" v="8" actId="47"/>
        <pc:sldMkLst>
          <pc:docMk/>
          <pc:sldMk cId="586297690" sldId="364"/>
        </pc:sldMkLst>
      </pc:sldChg>
      <pc:sldChg chg="del">
        <pc:chgData name="Jaime Leonardo Barbosa Perez" userId="3291dd0c0a50a603" providerId="LiveId" clId="{215C019D-1D12-470B-93BD-6A7D069EA818}" dt="2026-04-29T19:19:14.231" v="6" actId="47"/>
        <pc:sldMkLst>
          <pc:docMk/>
          <pc:sldMk cId="3201251990" sldId="365"/>
        </pc:sldMkLst>
      </pc:sldChg>
      <pc:sldChg chg="del">
        <pc:chgData name="Jaime Leonardo Barbosa Perez" userId="3291dd0c0a50a603" providerId="LiveId" clId="{215C019D-1D12-470B-93BD-6A7D069EA818}" dt="2026-04-29T19:19:14.231" v="6" actId="47"/>
        <pc:sldMkLst>
          <pc:docMk/>
          <pc:sldMk cId="678332071" sldId="366"/>
        </pc:sldMkLst>
      </pc:sldChg>
      <pc:sldChg chg="del">
        <pc:chgData name="Jaime Leonardo Barbosa Perez" userId="3291dd0c0a50a603" providerId="LiveId" clId="{215C019D-1D12-470B-93BD-6A7D069EA818}" dt="2026-04-29T19:19:14.231" v="6" actId="47"/>
        <pc:sldMkLst>
          <pc:docMk/>
          <pc:sldMk cId="157509099" sldId="368"/>
        </pc:sldMkLst>
      </pc:sldChg>
      <pc:sldChg chg="del">
        <pc:chgData name="Jaime Leonardo Barbosa Perez" userId="3291dd0c0a50a603" providerId="LiveId" clId="{215C019D-1D12-470B-93BD-6A7D069EA818}" dt="2026-04-29T19:36:04.487" v="8" actId="47"/>
        <pc:sldMkLst>
          <pc:docMk/>
          <pc:sldMk cId="3348338773" sldId="369"/>
        </pc:sldMkLst>
      </pc:sldChg>
      <pc:sldChg chg="del">
        <pc:chgData name="Jaime Leonardo Barbosa Perez" userId="3291dd0c0a50a603" providerId="LiveId" clId="{215C019D-1D12-470B-93BD-6A7D069EA818}" dt="2026-04-29T19:19:14.231" v="6" actId="47"/>
        <pc:sldMkLst>
          <pc:docMk/>
          <pc:sldMk cId="1727942532" sldId="370"/>
        </pc:sldMkLst>
      </pc:sldChg>
      <pc:sldChg chg="del">
        <pc:chgData name="Jaime Leonardo Barbosa Perez" userId="3291dd0c0a50a603" providerId="LiveId" clId="{215C019D-1D12-470B-93BD-6A7D069EA818}" dt="2026-04-29T19:19:14.231" v="6" actId="47"/>
        <pc:sldMkLst>
          <pc:docMk/>
          <pc:sldMk cId="2061075705" sldId="371"/>
        </pc:sldMkLst>
      </pc:sldChg>
      <pc:sldChg chg="del">
        <pc:chgData name="Jaime Leonardo Barbosa Perez" userId="3291dd0c0a50a603" providerId="LiveId" clId="{215C019D-1D12-470B-93BD-6A7D069EA818}" dt="2026-04-29T19:19:14.231" v="6" actId="47"/>
        <pc:sldMkLst>
          <pc:docMk/>
          <pc:sldMk cId="2698276788" sldId="372"/>
        </pc:sldMkLst>
      </pc:sldChg>
      <pc:sldChg chg="del">
        <pc:chgData name="Jaime Leonardo Barbosa Perez" userId="3291dd0c0a50a603" providerId="LiveId" clId="{215C019D-1D12-470B-93BD-6A7D069EA818}" dt="2026-04-29T19:19:14.231" v="6" actId="47"/>
        <pc:sldMkLst>
          <pc:docMk/>
          <pc:sldMk cId="1146050182" sldId="373"/>
        </pc:sldMkLst>
      </pc:sldChg>
      <pc:sldChg chg="del">
        <pc:chgData name="Jaime Leonardo Barbosa Perez" userId="3291dd0c0a50a603" providerId="LiveId" clId="{215C019D-1D12-470B-93BD-6A7D069EA818}" dt="2026-04-29T19:19:14.231" v="6" actId="47"/>
        <pc:sldMkLst>
          <pc:docMk/>
          <pc:sldMk cId="3389484655" sldId="374"/>
        </pc:sldMkLst>
      </pc:sldChg>
      <pc:sldChg chg="del">
        <pc:chgData name="Jaime Leonardo Barbosa Perez" userId="3291dd0c0a50a603" providerId="LiveId" clId="{215C019D-1D12-470B-93BD-6A7D069EA818}" dt="2026-04-29T19:36:04.487" v="8" actId="47"/>
        <pc:sldMkLst>
          <pc:docMk/>
          <pc:sldMk cId="3947932540" sldId="375"/>
        </pc:sldMkLst>
      </pc:sldChg>
      <pc:sldChg chg="del">
        <pc:chgData name="Jaime Leonardo Barbosa Perez" userId="3291dd0c0a50a603" providerId="LiveId" clId="{215C019D-1D12-470B-93BD-6A7D069EA818}" dt="2026-04-29T19:19:14.231" v="6" actId="47"/>
        <pc:sldMkLst>
          <pc:docMk/>
          <pc:sldMk cId="737586381" sldId="376"/>
        </pc:sldMkLst>
      </pc:sldChg>
      <pc:sldChg chg="del">
        <pc:chgData name="Jaime Leonardo Barbosa Perez" userId="3291dd0c0a50a603" providerId="LiveId" clId="{215C019D-1D12-470B-93BD-6A7D069EA818}" dt="2026-04-29T19:19:14.231" v="6" actId="47"/>
        <pc:sldMkLst>
          <pc:docMk/>
          <pc:sldMk cId="1317622497" sldId="377"/>
        </pc:sldMkLst>
      </pc:sldChg>
      <pc:sldChg chg="del">
        <pc:chgData name="Jaime Leonardo Barbosa Perez" userId="3291dd0c0a50a603" providerId="LiveId" clId="{215C019D-1D12-470B-93BD-6A7D069EA818}" dt="2026-04-29T19:19:14.231" v="6" actId="47"/>
        <pc:sldMkLst>
          <pc:docMk/>
          <pc:sldMk cId="540404142" sldId="378"/>
        </pc:sldMkLst>
      </pc:sldChg>
      <pc:sldChg chg="del">
        <pc:chgData name="Jaime Leonardo Barbosa Perez" userId="3291dd0c0a50a603" providerId="LiveId" clId="{215C019D-1D12-470B-93BD-6A7D069EA818}" dt="2026-04-29T19:19:14.231" v="6" actId="47"/>
        <pc:sldMkLst>
          <pc:docMk/>
          <pc:sldMk cId="984233525" sldId="379"/>
        </pc:sldMkLst>
      </pc:sldChg>
      <pc:sldChg chg="del">
        <pc:chgData name="Jaime Leonardo Barbosa Perez" userId="3291dd0c0a50a603" providerId="LiveId" clId="{215C019D-1D12-470B-93BD-6A7D069EA818}" dt="2026-04-29T19:19:14.231" v="6" actId="47"/>
        <pc:sldMkLst>
          <pc:docMk/>
          <pc:sldMk cId="1638941897" sldId="380"/>
        </pc:sldMkLst>
      </pc:sldChg>
      <pc:sldChg chg="del">
        <pc:chgData name="Jaime Leonardo Barbosa Perez" userId="3291dd0c0a50a603" providerId="LiveId" clId="{215C019D-1D12-470B-93BD-6A7D069EA818}" dt="2026-04-29T19:19:14.231" v="6" actId="47"/>
        <pc:sldMkLst>
          <pc:docMk/>
          <pc:sldMk cId="3925845869" sldId="381"/>
        </pc:sldMkLst>
      </pc:sldChg>
      <pc:sldChg chg="del">
        <pc:chgData name="Jaime Leonardo Barbosa Perez" userId="3291dd0c0a50a603" providerId="LiveId" clId="{215C019D-1D12-470B-93BD-6A7D069EA818}" dt="2026-04-29T19:19:14.231" v="6" actId="47"/>
        <pc:sldMkLst>
          <pc:docMk/>
          <pc:sldMk cId="402314779" sldId="382"/>
        </pc:sldMkLst>
      </pc:sldChg>
      <pc:sldChg chg="del">
        <pc:chgData name="Jaime Leonardo Barbosa Perez" userId="3291dd0c0a50a603" providerId="LiveId" clId="{215C019D-1D12-470B-93BD-6A7D069EA818}" dt="2026-04-29T19:19:14.231" v="6" actId="47"/>
        <pc:sldMkLst>
          <pc:docMk/>
          <pc:sldMk cId="3822433441" sldId="383"/>
        </pc:sldMkLst>
      </pc:sldChg>
      <pc:sldChg chg="del">
        <pc:chgData name="Jaime Leonardo Barbosa Perez" userId="3291dd0c0a50a603" providerId="LiveId" clId="{215C019D-1D12-470B-93BD-6A7D069EA818}" dt="2026-04-29T19:19:14.231" v="6" actId="47"/>
        <pc:sldMkLst>
          <pc:docMk/>
          <pc:sldMk cId="3030534892" sldId="384"/>
        </pc:sldMkLst>
      </pc:sldChg>
      <pc:sldChg chg="del">
        <pc:chgData name="Jaime Leonardo Barbosa Perez" userId="3291dd0c0a50a603" providerId="LiveId" clId="{215C019D-1D12-470B-93BD-6A7D069EA818}" dt="2026-04-29T19:19:14.231" v="6" actId="47"/>
        <pc:sldMkLst>
          <pc:docMk/>
          <pc:sldMk cId="2499034348" sldId="385"/>
        </pc:sldMkLst>
      </pc:sldChg>
      <pc:sldChg chg="del">
        <pc:chgData name="Jaime Leonardo Barbosa Perez" userId="3291dd0c0a50a603" providerId="LiveId" clId="{215C019D-1D12-470B-93BD-6A7D069EA818}" dt="2026-04-29T19:19:14.231" v="6" actId="47"/>
        <pc:sldMkLst>
          <pc:docMk/>
          <pc:sldMk cId="1910598418" sldId="386"/>
        </pc:sldMkLst>
      </pc:sldChg>
      <pc:sldChg chg="del">
        <pc:chgData name="Jaime Leonardo Barbosa Perez" userId="3291dd0c0a50a603" providerId="LiveId" clId="{215C019D-1D12-470B-93BD-6A7D069EA818}" dt="2026-04-29T19:19:14.231" v="6" actId="47"/>
        <pc:sldMkLst>
          <pc:docMk/>
          <pc:sldMk cId="509282487" sldId="387"/>
        </pc:sldMkLst>
      </pc:sldChg>
      <pc:sldChg chg="del">
        <pc:chgData name="Jaime Leonardo Barbosa Perez" userId="3291dd0c0a50a603" providerId="LiveId" clId="{215C019D-1D12-470B-93BD-6A7D069EA818}" dt="2026-04-29T19:19:14.231" v="6" actId="47"/>
        <pc:sldMkLst>
          <pc:docMk/>
          <pc:sldMk cId="256213079" sldId="388"/>
        </pc:sldMkLst>
      </pc:sldChg>
      <pc:sldChg chg="del">
        <pc:chgData name="Jaime Leonardo Barbosa Perez" userId="3291dd0c0a50a603" providerId="LiveId" clId="{215C019D-1D12-470B-93BD-6A7D069EA818}" dt="2026-04-29T19:19:14.231" v="6" actId="47"/>
        <pc:sldMkLst>
          <pc:docMk/>
          <pc:sldMk cId="345675520" sldId="389"/>
        </pc:sldMkLst>
      </pc:sldChg>
      <pc:sldChg chg="del">
        <pc:chgData name="Jaime Leonardo Barbosa Perez" userId="3291dd0c0a50a603" providerId="LiveId" clId="{215C019D-1D12-470B-93BD-6A7D069EA818}" dt="2026-04-29T19:19:14.231" v="6" actId="47"/>
        <pc:sldMkLst>
          <pc:docMk/>
          <pc:sldMk cId="294525219" sldId="390"/>
        </pc:sldMkLst>
      </pc:sldChg>
      <pc:sldChg chg="del">
        <pc:chgData name="Jaime Leonardo Barbosa Perez" userId="3291dd0c0a50a603" providerId="LiveId" clId="{215C019D-1D12-470B-93BD-6A7D069EA818}" dt="2026-04-29T19:19:14.231" v="6" actId="47"/>
        <pc:sldMkLst>
          <pc:docMk/>
          <pc:sldMk cId="1912368828" sldId="391"/>
        </pc:sldMkLst>
      </pc:sldChg>
      <pc:sldChg chg="del">
        <pc:chgData name="Jaime Leonardo Barbosa Perez" userId="3291dd0c0a50a603" providerId="LiveId" clId="{215C019D-1D12-470B-93BD-6A7D069EA818}" dt="2026-04-29T19:19:14.231" v="6" actId="47"/>
        <pc:sldMkLst>
          <pc:docMk/>
          <pc:sldMk cId="1050487092" sldId="392"/>
        </pc:sldMkLst>
      </pc:sldChg>
      <pc:sldChg chg="del">
        <pc:chgData name="Jaime Leonardo Barbosa Perez" userId="3291dd0c0a50a603" providerId="LiveId" clId="{215C019D-1D12-470B-93BD-6A7D069EA818}" dt="2026-04-29T19:19:14.231" v="6" actId="47"/>
        <pc:sldMkLst>
          <pc:docMk/>
          <pc:sldMk cId="1782121383" sldId="393"/>
        </pc:sldMkLst>
      </pc:sldChg>
      <pc:sldChg chg="del">
        <pc:chgData name="Jaime Leonardo Barbosa Perez" userId="3291dd0c0a50a603" providerId="LiveId" clId="{215C019D-1D12-470B-93BD-6A7D069EA818}" dt="2026-04-29T19:19:14.231" v="6" actId="47"/>
        <pc:sldMkLst>
          <pc:docMk/>
          <pc:sldMk cId="3377149470" sldId="394"/>
        </pc:sldMkLst>
      </pc:sldChg>
      <pc:sldChg chg="del">
        <pc:chgData name="Jaime Leonardo Barbosa Perez" userId="3291dd0c0a50a603" providerId="LiveId" clId="{215C019D-1D12-470B-93BD-6A7D069EA818}" dt="2026-04-29T19:19:14.231" v="6" actId="47"/>
        <pc:sldMkLst>
          <pc:docMk/>
          <pc:sldMk cId="1703943525" sldId="395"/>
        </pc:sldMkLst>
      </pc:sldChg>
      <pc:sldChg chg="del">
        <pc:chgData name="Jaime Leonardo Barbosa Perez" userId="3291dd0c0a50a603" providerId="LiveId" clId="{215C019D-1D12-470B-93BD-6A7D069EA818}" dt="2026-04-29T19:19:14.231" v="6" actId="47"/>
        <pc:sldMkLst>
          <pc:docMk/>
          <pc:sldMk cId="31672556" sldId="396"/>
        </pc:sldMkLst>
      </pc:sldChg>
      <pc:sldChg chg="del">
        <pc:chgData name="Jaime Leonardo Barbosa Perez" userId="3291dd0c0a50a603" providerId="LiveId" clId="{215C019D-1D12-470B-93BD-6A7D069EA818}" dt="2026-04-29T19:19:14.231" v="6" actId="47"/>
        <pc:sldMkLst>
          <pc:docMk/>
          <pc:sldMk cId="882609348" sldId="397"/>
        </pc:sldMkLst>
      </pc:sldChg>
      <pc:sldChg chg="del">
        <pc:chgData name="Jaime Leonardo Barbosa Perez" userId="3291dd0c0a50a603" providerId="LiveId" clId="{215C019D-1D12-470B-93BD-6A7D069EA818}" dt="2026-04-29T19:36:04.487" v="8" actId="47"/>
        <pc:sldMkLst>
          <pc:docMk/>
          <pc:sldMk cId="2124347347" sldId="399"/>
        </pc:sldMkLst>
      </pc:sldChg>
      <pc:sldChg chg="del">
        <pc:chgData name="Jaime Leonardo Barbosa Perez" userId="3291dd0c0a50a603" providerId="LiveId" clId="{215C019D-1D12-470B-93BD-6A7D069EA818}" dt="2026-04-29T19:36:04.487" v="8" actId="47"/>
        <pc:sldMkLst>
          <pc:docMk/>
          <pc:sldMk cId="1054257340" sldId="400"/>
        </pc:sldMkLst>
      </pc:sldChg>
      <pc:sldChg chg="del">
        <pc:chgData name="Jaime Leonardo Barbosa Perez" userId="3291dd0c0a50a603" providerId="LiveId" clId="{215C019D-1D12-470B-93BD-6A7D069EA818}" dt="2026-04-29T19:36:04.487" v="8" actId="47"/>
        <pc:sldMkLst>
          <pc:docMk/>
          <pc:sldMk cId="1174070708" sldId="405"/>
        </pc:sldMkLst>
      </pc:sldChg>
      <pc:sldChg chg="del">
        <pc:chgData name="Jaime Leonardo Barbosa Perez" userId="3291dd0c0a50a603" providerId="LiveId" clId="{215C019D-1D12-470B-93BD-6A7D069EA818}" dt="2026-04-29T19:36:04.487" v="8" actId="47"/>
        <pc:sldMkLst>
          <pc:docMk/>
          <pc:sldMk cId="3885708351" sldId="406"/>
        </pc:sldMkLst>
      </pc:sldChg>
      <pc:sldChg chg="del">
        <pc:chgData name="Jaime Leonardo Barbosa Perez" userId="3291dd0c0a50a603" providerId="LiveId" clId="{215C019D-1D12-470B-93BD-6A7D069EA818}" dt="2026-04-29T19:36:04.487" v="8" actId="47"/>
        <pc:sldMkLst>
          <pc:docMk/>
          <pc:sldMk cId="2888871458" sldId="407"/>
        </pc:sldMkLst>
      </pc:sldChg>
      <pc:sldChg chg="del">
        <pc:chgData name="Jaime Leonardo Barbosa Perez" userId="3291dd0c0a50a603" providerId="LiveId" clId="{215C019D-1D12-470B-93BD-6A7D069EA818}" dt="2026-04-29T19:36:04.487" v="8" actId="47"/>
        <pc:sldMkLst>
          <pc:docMk/>
          <pc:sldMk cId="579800854" sldId="408"/>
        </pc:sldMkLst>
      </pc:sldChg>
      <pc:sldChg chg="del">
        <pc:chgData name="Jaime Leonardo Barbosa Perez" userId="3291dd0c0a50a603" providerId="LiveId" clId="{215C019D-1D12-470B-93BD-6A7D069EA818}" dt="2026-04-29T19:36:04.487" v="8" actId="47"/>
        <pc:sldMkLst>
          <pc:docMk/>
          <pc:sldMk cId="243338075" sldId="409"/>
        </pc:sldMkLst>
      </pc:sldChg>
      <pc:sldChg chg="del">
        <pc:chgData name="Jaime Leonardo Barbosa Perez" userId="3291dd0c0a50a603" providerId="LiveId" clId="{215C019D-1D12-470B-93BD-6A7D069EA818}" dt="2026-04-29T19:36:04.487" v="8" actId="47"/>
        <pc:sldMkLst>
          <pc:docMk/>
          <pc:sldMk cId="3355096338" sldId="410"/>
        </pc:sldMkLst>
      </pc:sldChg>
      <pc:sldChg chg="del">
        <pc:chgData name="Jaime Leonardo Barbosa Perez" userId="3291dd0c0a50a603" providerId="LiveId" clId="{215C019D-1D12-470B-93BD-6A7D069EA818}" dt="2026-04-29T19:36:04.487" v="8" actId="47"/>
        <pc:sldMkLst>
          <pc:docMk/>
          <pc:sldMk cId="119976560" sldId="411"/>
        </pc:sldMkLst>
      </pc:sldChg>
      <pc:sldChg chg="del">
        <pc:chgData name="Jaime Leonardo Barbosa Perez" userId="3291dd0c0a50a603" providerId="LiveId" clId="{215C019D-1D12-470B-93BD-6A7D069EA818}" dt="2026-04-29T19:36:04.487" v="8" actId="47"/>
        <pc:sldMkLst>
          <pc:docMk/>
          <pc:sldMk cId="34250324" sldId="412"/>
        </pc:sldMkLst>
      </pc:sldChg>
      <pc:sldChg chg="del">
        <pc:chgData name="Jaime Leonardo Barbosa Perez" userId="3291dd0c0a50a603" providerId="LiveId" clId="{215C019D-1D12-470B-93BD-6A7D069EA818}" dt="2026-04-29T19:36:04.487" v="8" actId="47"/>
        <pc:sldMkLst>
          <pc:docMk/>
          <pc:sldMk cId="3563206083" sldId="413"/>
        </pc:sldMkLst>
      </pc:sldChg>
      <pc:sldChg chg="del">
        <pc:chgData name="Jaime Leonardo Barbosa Perez" userId="3291dd0c0a50a603" providerId="LiveId" clId="{215C019D-1D12-470B-93BD-6A7D069EA818}" dt="2026-04-29T19:36:04.487" v="8" actId="47"/>
        <pc:sldMkLst>
          <pc:docMk/>
          <pc:sldMk cId="1626222571" sldId="414"/>
        </pc:sldMkLst>
      </pc:sldChg>
      <pc:sldChg chg="del">
        <pc:chgData name="Jaime Leonardo Barbosa Perez" userId="3291dd0c0a50a603" providerId="LiveId" clId="{215C019D-1D12-470B-93BD-6A7D069EA818}" dt="2026-04-29T19:36:04.487" v="8" actId="47"/>
        <pc:sldMkLst>
          <pc:docMk/>
          <pc:sldMk cId="1070781276" sldId="415"/>
        </pc:sldMkLst>
      </pc:sldChg>
      <pc:sldChg chg="del">
        <pc:chgData name="Jaime Leonardo Barbosa Perez" userId="3291dd0c0a50a603" providerId="LiveId" clId="{215C019D-1D12-470B-93BD-6A7D069EA818}" dt="2026-04-29T19:36:04.487" v="8" actId="47"/>
        <pc:sldMkLst>
          <pc:docMk/>
          <pc:sldMk cId="2359457984" sldId="416"/>
        </pc:sldMkLst>
      </pc:sldChg>
      <pc:sldChg chg="del">
        <pc:chgData name="Jaime Leonardo Barbosa Perez" userId="3291dd0c0a50a603" providerId="LiveId" clId="{215C019D-1D12-470B-93BD-6A7D069EA818}" dt="2026-04-29T19:36:04.487" v="8" actId="47"/>
        <pc:sldMkLst>
          <pc:docMk/>
          <pc:sldMk cId="1099599950" sldId="417"/>
        </pc:sldMkLst>
      </pc:sldChg>
      <pc:sldChg chg="del">
        <pc:chgData name="Jaime Leonardo Barbosa Perez" userId="3291dd0c0a50a603" providerId="LiveId" clId="{215C019D-1D12-470B-93BD-6A7D069EA818}" dt="2026-04-29T19:36:04.487" v="8" actId="47"/>
        <pc:sldMkLst>
          <pc:docMk/>
          <pc:sldMk cId="1958979399" sldId="418"/>
        </pc:sldMkLst>
      </pc:sldChg>
      <pc:sldChg chg="del">
        <pc:chgData name="Jaime Leonardo Barbosa Perez" userId="3291dd0c0a50a603" providerId="LiveId" clId="{215C019D-1D12-470B-93BD-6A7D069EA818}" dt="2026-04-29T19:36:04.487" v="8" actId="47"/>
        <pc:sldMkLst>
          <pc:docMk/>
          <pc:sldMk cId="3161557179" sldId="419"/>
        </pc:sldMkLst>
      </pc:sldChg>
      <pc:sldChg chg="del">
        <pc:chgData name="Jaime Leonardo Barbosa Perez" userId="3291dd0c0a50a603" providerId="LiveId" clId="{215C019D-1D12-470B-93BD-6A7D069EA818}" dt="2026-04-29T19:36:04.487" v="8" actId="47"/>
        <pc:sldMkLst>
          <pc:docMk/>
          <pc:sldMk cId="1414982652" sldId="420"/>
        </pc:sldMkLst>
      </pc:sldChg>
      <pc:sldChg chg="del">
        <pc:chgData name="Jaime Leonardo Barbosa Perez" userId="3291dd0c0a50a603" providerId="LiveId" clId="{215C019D-1D12-470B-93BD-6A7D069EA818}" dt="2026-04-29T19:36:04.487" v="8" actId="47"/>
        <pc:sldMkLst>
          <pc:docMk/>
          <pc:sldMk cId="987085766" sldId="424"/>
        </pc:sldMkLst>
      </pc:sldChg>
      <pc:sldChg chg="del">
        <pc:chgData name="Jaime Leonardo Barbosa Perez" userId="3291dd0c0a50a603" providerId="LiveId" clId="{215C019D-1D12-470B-93BD-6A7D069EA818}" dt="2026-04-29T19:36:04.487" v="8" actId="47"/>
        <pc:sldMkLst>
          <pc:docMk/>
          <pc:sldMk cId="234013998" sldId="425"/>
        </pc:sldMkLst>
      </pc:sldChg>
      <pc:sldChg chg="del">
        <pc:chgData name="Jaime Leonardo Barbosa Perez" userId="3291dd0c0a50a603" providerId="LiveId" clId="{215C019D-1D12-470B-93BD-6A7D069EA818}" dt="2026-04-29T19:36:04.487" v="8" actId="47"/>
        <pc:sldMkLst>
          <pc:docMk/>
          <pc:sldMk cId="1097546424" sldId="426"/>
        </pc:sldMkLst>
      </pc:sldChg>
      <pc:sldChg chg="del">
        <pc:chgData name="Jaime Leonardo Barbosa Perez" userId="3291dd0c0a50a603" providerId="LiveId" clId="{215C019D-1D12-470B-93BD-6A7D069EA818}" dt="2026-04-29T19:36:04.487" v="8" actId="47"/>
        <pc:sldMkLst>
          <pc:docMk/>
          <pc:sldMk cId="1505681711" sldId="427"/>
        </pc:sldMkLst>
      </pc:sldChg>
      <pc:sldChg chg="del">
        <pc:chgData name="Jaime Leonardo Barbosa Perez" userId="3291dd0c0a50a603" providerId="LiveId" clId="{215C019D-1D12-470B-93BD-6A7D069EA818}" dt="2026-04-29T19:36:04.487" v="8" actId="47"/>
        <pc:sldMkLst>
          <pc:docMk/>
          <pc:sldMk cId="4249033889" sldId="429"/>
        </pc:sldMkLst>
      </pc:sldChg>
      <pc:sldChg chg="del">
        <pc:chgData name="Jaime Leonardo Barbosa Perez" userId="3291dd0c0a50a603" providerId="LiveId" clId="{215C019D-1D12-470B-93BD-6A7D069EA818}" dt="2026-04-29T19:36:04.487" v="8" actId="47"/>
        <pc:sldMkLst>
          <pc:docMk/>
          <pc:sldMk cId="3768483221" sldId="430"/>
        </pc:sldMkLst>
      </pc:sldChg>
      <pc:sldChg chg="del">
        <pc:chgData name="Jaime Leonardo Barbosa Perez" userId="3291dd0c0a50a603" providerId="LiveId" clId="{215C019D-1D12-470B-93BD-6A7D069EA818}" dt="2026-04-29T19:36:04.487" v="8" actId="47"/>
        <pc:sldMkLst>
          <pc:docMk/>
          <pc:sldMk cId="1180714425" sldId="431"/>
        </pc:sldMkLst>
      </pc:sldChg>
      <pc:sldChg chg="del">
        <pc:chgData name="Jaime Leonardo Barbosa Perez" userId="3291dd0c0a50a603" providerId="LiveId" clId="{215C019D-1D12-470B-93BD-6A7D069EA818}" dt="2026-04-29T19:36:04.487" v="8" actId="47"/>
        <pc:sldMkLst>
          <pc:docMk/>
          <pc:sldMk cId="2351206057" sldId="433"/>
        </pc:sldMkLst>
      </pc:sldChg>
      <pc:sldChg chg="del">
        <pc:chgData name="Jaime Leonardo Barbosa Perez" userId="3291dd0c0a50a603" providerId="LiveId" clId="{215C019D-1D12-470B-93BD-6A7D069EA818}" dt="2026-04-29T19:36:04.487" v="8" actId="47"/>
        <pc:sldMkLst>
          <pc:docMk/>
          <pc:sldMk cId="466026681" sldId="434"/>
        </pc:sldMkLst>
      </pc:sldChg>
      <pc:sldChg chg="del">
        <pc:chgData name="Jaime Leonardo Barbosa Perez" userId="3291dd0c0a50a603" providerId="LiveId" clId="{215C019D-1D12-470B-93BD-6A7D069EA818}" dt="2026-04-29T19:36:04.487" v="8" actId="47"/>
        <pc:sldMkLst>
          <pc:docMk/>
          <pc:sldMk cId="2529062316" sldId="435"/>
        </pc:sldMkLst>
      </pc:sldChg>
      <pc:sldChg chg="del">
        <pc:chgData name="Jaime Leonardo Barbosa Perez" userId="3291dd0c0a50a603" providerId="LiveId" clId="{215C019D-1D12-470B-93BD-6A7D069EA818}" dt="2026-04-29T19:36:04.487" v="8" actId="47"/>
        <pc:sldMkLst>
          <pc:docMk/>
          <pc:sldMk cId="1585268982" sldId="436"/>
        </pc:sldMkLst>
      </pc:sldChg>
      <pc:sldChg chg="del">
        <pc:chgData name="Jaime Leonardo Barbosa Perez" userId="3291dd0c0a50a603" providerId="LiveId" clId="{215C019D-1D12-470B-93BD-6A7D069EA818}" dt="2026-04-29T19:36:04.487" v="8" actId="47"/>
        <pc:sldMkLst>
          <pc:docMk/>
          <pc:sldMk cId="458646789" sldId="437"/>
        </pc:sldMkLst>
      </pc:sldChg>
      <pc:sldChg chg="del">
        <pc:chgData name="Jaime Leonardo Barbosa Perez" userId="3291dd0c0a50a603" providerId="LiveId" clId="{215C019D-1D12-470B-93BD-6A7D069EA818}" dt="2026-04-29T19:36:04.487" v="8" actId="47"/>
        <pc:sldMkLst>
          <pc:docMk/>
          <pc:sldMk cId="1050065721" sldId="438"/>
        </pc:sldMkLst>
      </pc:sldChg>
      <pc:sldChg chg="del">
        <pc:chgData name="Jaime Leonardo Barbosa Perez" userId="3291dd0c0a50a603" providerId="LiveId" clId="{215C019D-1D12-470B-93BD-6A7D069EA818}" dt="2026-04-29T19:36:04.487" v="8" actId="47"/>
        <pc:sldMkLst>
          <pc:docMk/>
          <pc:sldMk cId="4025134017" sldId="439"/>
        </pc:sldMkLst>
      </pc:sldChg>
      <pc:sldChg chg="del">
        <pc:chgData name="Jaime Leonardo Barbosa Perez" userId="3291dd0c0a50a603" providerId="LiveId" clId="{215C019D-1D12-470B-93BD-6A7D069EA818}" dt="2026-04-29T19:36:04.487" v="8" actId="47"/>
        <pc:sldMkLst>
          <pc:docMk/>
          <pc:sldMk cId="1986423886" sldId="440"/>
        </pc:sldMkLst>
      </pc:sldChg>
      <pc:sldChg chg="del">
        <pc:chgData name="Jaime Leonardo Barbosa Perez" userId="3291dd0c0a50a603" providerId="LiveId" clId="{215C019D-1D12-470B-93BD-6A7D069EA818}" dt="2026-04-29T19:36:04.487" v="8" actId="47"/>
        <pc:sldMkLst>
          <pc:docMk/>
          <pc:sldMk cId="4266584029" sldId="441"/>
        </pc:sldMkLst>
      </pc:sldChg>
      <pc:sldChg chg="del">
        <pc:chgData name="Jaime Leonardo Barbosa Perez" userId="3291dd0c0a50a603" providerId="LiveId" clId="{215C019D-1D12-470B-93BD-6A7D069EA818}" dt="2026-04-29T19:36:04.487" v="8" actId="47"/>
        <pc:sldMkLst>
          <pc:docMk/>
          <pc:sldMk cId="1741836365" sldId="442"/>
        </pc:sldMkLst>
      </pc:sldChg>
      <pc:sldChg chg="del">
        <pc:chgData name="Jaime Leonardo Barbosa Perez" userId="3291dd0c0a50a603" providerId="LiveId" clId="{215C019D-1D12-470B-93BD-6A7D069EA818}" dt="2026-04-29T19:36:04.487" v="8" actId="47"/>
        <pc:sldMkLst>
          <pc:docMk/>
          <pc:sldMk cId="1223692631" sldId="443"/>
        </pc:sldMkLst>
      </pc:sldChg>
      <pc:sldChg chg="del">
        <pc:chgData name="Jaime Leonardo Barbosa Perez" userId="3291dd0c0a50a603" providerId="LiveId" clId="{215C019D-1D12-470B-93BD-6A7D069EA818}" dt="2026-04-29T19:36:04.487" v="8" actId="47"/>
        <pc:sldMkLst>
          <pc:docMk/>
          <pc:sldMk cId="58156327" sldId="444"/>
        </pc:sldMkLst>
      </pc:sldChg>
      <pc:sldChg chg="del">
        <pc:chgData name="Jaime Leonardo Barbosa Perez" userId="3291dd0c0a50a603" providerId="LiveId" clId="{215C019D-1D12-470B-93BD-6A7D069EA818}" dt="2026-04-29T19:36:04.487" v="8" actId="47"/>
        <pc:sldMkLst>
          <pc:docMk/>
          <pc:sldMk cId="404349069" sldId="445"/>
        </pc:sldMkLst>
      </pc:sldChg>
      <pc:sldChg chg="del">
        <pc:chgData name="Jaime Leonardo Barbosa Perez" userId="3291dd0c0a50a603" providerId="LiveId" clId="{215C019D-1D12-470B-93BD-6A7D069EA818}" dt="2026-04-29T19:36:04.487" v="8" actId="47"/>
        <pc:sldMkLst>
          <pc:docMk/>
          <pc:sldMk cId="1540252739" sldId="446"/>
        </pc:sldMkLst>
      </pc:sldChg>
      <pc:sldChg chg="del">
        <pc:chgData name="Jaime Leonardo Barbosa Perez" userId="3291dd0c0a50a603" providerId="LiveId" clId="{215C019D-1D12-470B-93BD-6A7D069EA818}" dt="2026-04-29T19:36:04.487" v="8" actId="47"/>
        <pc:sldMkLst>
          <pc:docMk/>
          <pc:sldMk cId="3421729736" sldId="447"/>
        </pc:sldMkLst>
      </pc:sldChg>
      <pc:sldChg chg="del">
        <pc:chgData name="Jaime Leonardo Barbosa Perez" userId="3291dd0c0a50a603" providerId="LiveId" clId="{215C019D-1D12-470B-93BD-6A7D069EA818}" dt="2026-04-29T19:36:04.487" v="8" actId="47"/>
        <pc:sldMkLst>
          <pc:docMk/>
          <pc:sldMk cId="195029906" sldId="448"/>
        </pc:sldMkLst>
      </pc:sldChg>
      <pc:sldChg chg="del">
        <pc:chgData name="Jaime Leonardo Barbosa Perez" userId="3291dd0c0a50a603" providerId="LiveId" clId="{215C019D-1D12-470B-93BD-6A7D069EA818}" dt="2026-04-29T19:36:04.487" v="8" actId="47"/>
        <pc:sldMkLst>
          <pc:docMk/>
          <pc:sldMk cId="129542585" sldId="500"/>
        </pc:sldMkLst>
      </pc:sldChg>
      <pc:sldChg chg="del">
        <pc:chgData name="Jaime Leonardo Barbosa Perez" userId="3291dd0c0a50a603" providerId="LiveId" clId="{215C019D-1D12-470B-93BD-6A7D069EA818}" dt="2026-04-29T19:36:04.487" v="8" actId="47"/>
        <pc:sldMkLst>
          <pc:docMk/>
          <pc:sldMk cId="2771768656" sldId="501"/>
        </pc:sldMkLst>
      </pc:sldChg>
      <pc:sldChg chg="del">
        <pc:chgData name="Jaime Leonardo Barbosa Perez" userId="3291dd0c0a50a603" providerId="LiveId" clId="{215C019D-1D12-470B-93BD-6A7D069EA818}" dt="2026-04-29T19:36:04.487" v="8" actId="47"/>
        <pc:sldMkLst>
          <pc:docMk/>
          <pc:sldMk cId="2661998545" sldId="502"/>
        </pc:sldMkLst>
      </pc:sldChg>
      <pc:sldChg chg="del">
        <pc:chgData name="Jaime Leonardo Barbosa Perez" userId="3291dd0c0a50a603" providerId="LiveId" clId="{215C019D-1D12-470B-93BD-6A7D069EA818}" dt="2026-04-29T19:36:04.487" v="8" actId="47"/>
        <pc:sldMkLst>
          <pc:docMk/>
          <pc:sldMk cId="4178376728" sldId="503"/>
        </pc:sldMkLst>
      </pc:sldChg>
      <pc:sldChg chg="del">
        <pc:chgData name="Jaime Leonardo Barbosa Perez" userId="3291dd0c0a50a603" providerId="LiveId" clId="{215C019D-1D12-470B-93BD-6A7D069EA818}" dt="2026-04-29T19:36:04.487" v="8" actId="47"/>
        <pc:sldMkLst>
          <pc:docMk/>
          <pc:sldMk cId="1543396571" sldId="504"/>
        </pc:sldMkLst>
      </pc:sldChg>
      <pc:sldChg chg="del">
        <pc:chgData name="Jaime Leonardo Barbosa Perez" userId="3291dd0c0a50a603" providerId="LiveId" clId="{215C019D-1D12-470B-93BD-6A7D069EA818}" dt="2026-04-29T19:36:04.487" v="8" actId="47"/>
        <pc:sldMkLst>
          <pc:docMk/>
          <pc:sldMk cId="3356525890" sldId="505"/>
        </pc:sldMkLst>
      </pc:sldChg>
      <pc:sldChg chg="del">
        <pc:chgData name="Jaime Leonardo Barbosa Perez" userId="3291dd0c0a50a603" providerId="LiveId" clId="{215C019D-1D12-470B-93BD-6A7D069EA818}" dt="2026-04-29T19:36:04.487" v="8" actId="47"/>
        <pc:sldMkLst>
          <pc:docMk/>
          <pc:sldMk cId="2511373299" sldId="506"/>
        </pc:sldMkLst>
      </pc:sldChg>
      <pc:sldChg chg="del">
        <pc:chgData name="Jaime Leonardo Barbosa Perez" userId="3291dd0c0a50a603" providerId="LiveId" clId="{215C019D-1D12-470B-93BD-6A7D069EA818}" dt="2026-04-29T19:36:04.487" v="8" actId="47"/>
        <pc:sldMkLst>
          <pc:docMk/>
          <pc:sldMk cId="3920998545" sldId="507"/>
        </pc:sldMkLst>
      </pc:sldChg>
      <pc:sldChg chg="del">
        <pc:chgData name="Jaime Leonardo Barbosa Perez" userId="3291dd0c0a50a603" providerId="LiveId" clId="{215C019D-1D12-470B-93BD-6A7D069EA818}" dt="2026-04-29T19:36:04.487" v="8" actId="47"/>
        <pc:sldMkLst>
          <pc:docMk/>
          <pc:sldMk cId="291107545" sldId="508"/>
        </pc:sldMkLst>
      </pc:sldChg>
      <pc:sldChg chg="del">
        <pc:chgData name="Jaime Leonardo Barbosa Perez" userId="3291dd0c0a50a603" providerId="LiveId" clId="{215C019D-1D12-470B-93BD-6A7D069EA818}" dt="2026-04-29T19:36:04.487" v="8" actId="47"/>
        <pc:sldMkLst>
          <pc:docMk/>
          <pc:sldMk cId="3354464932" sldId="509"/>
        </pc:sldMkLst>
      </pc:sldChg>
      <pc:sldChg chg="del">
        <pc:chgData name="Jaime Leonardo Barbosa Perez" userId="3291dd0c0a50a603" providerId="LiveId" clId="{215C019D-1D12-470B-93BD-6A7D069EA818}" dt="2026-04-29T19:36:04.487" v="8" actId="47"/>
        <pc:sldMkLst>
          <pc:docMk/>
          <pc:sldMk cId="1361183213" sldId="510"/>
        </pc:sldMkLst>
      </pc:sldChg>
      <pc:sldChg chg="del">
        <pc:chgData name="Jaime Leonardo Barbosa Perez" userId="3291dd0c0a50a603" providerId="LiveId" clId="{215C019D-1D12-470B-93BD-6A7D069EA818}" dt="2026-04-29T19:36:04.487" v="8" actId="47"/>
        <pc:sldMkLst>
          <pc:docMk/>
          <pc:sldMk cId="3830925694" sldId="511"/>
        </pc:sldMkLst>
      </pc:sldChg>
      <pc:sldChg chg="del">
        <pc:chgData name="Jaime Leonardo Barbosa Perez" userId="3291dd0c0a50a603" providerId="LiveId" clId="{215C019D-1D12-470B-93BD-6A7D069EA818}" dt="2026-04-29T19:36:04.487" v="8" actId="47"/>
        <pc:sldMkLst>
          <pc:docMk/>
          <pc:sldMk cId="100192439" sldId="512"/>
        </pc:sldMkLst>
      </pc:sldChg>
      <pc:sldChg chg="del">
        <pc:chgData name="Jaime Leonardo Barbosa Perez" userId="3291dd0c0a50a603" providerId="LiveId" clId="{215C019D-1D12-470B-93BD-6A7D069EA818}" dt="2026-04-29T19:36:04.487" v="8" actId="47"/>
        <pc:sldMkLst>
          <pc:docMk/>
          <pc:sldMk cId="2146684510" sldId="513"/>
        </pc:sldMkLst>
      </pc:sldChg>
      <pc:sldChg chg="del">
        <pc:chgData name="Jaime Leonardo Barbosa Perez" userId="3291dd0c0a50a603" providerId="LiveId" clId="{215C019D-1D12-470B-93BD-6A7D069EA818}" dt="2026-04-29T19:36:04.487" v="8" actId="47"/>
        <pc:sldMkLst>
          <pc:docMk/>
          <pc:sldMk cId="1920301810" sldId="514"/>
        </pc:sldMkLst>
      </pc:sldChg>
      <pc:sldChg chg="del">
        <pc:chgData name="Jaime Leonardo Barbosa Perez" userId="3291dd0c0a50a603" providerId="LiveId" clId="{215C019D-1D12-470B-93BD-6A7D069EA818}" dt="2026-04-29T19:36:04.487" v="8" actId="47"/>
        <pc:sldMkLst>
          <pc:docMk/>
          <pc:sldMk cId="1138011300" sldId="515"/>
        </pc:sldMkLst>
      </pc:sldChg>
      <pc:sldChg chg="del">
        <pc:chgData name="Jaime Leonardo Barbosa Perez" userId="3291dd0c0a50a603" providerId="LiveId" clId="{215C019D-1D12-470B-93BD-6A7D069EA818}" dt="2026-04-29T19:36:04.487" v="8" actId="47"/>
        <pc:sldMkLst>
          <pc:docMk/>
          <pc:sldMk cId="234747265" sldId="516"/>
        </pc:sldMkLst>
      </pc:sldChg>
      <pc:sldChg chg="del">
        <pc:chgData name="Jaime Leonardo Barbosa Perez" userId="3291dd0c0a50a603" providerId="LiveId" clId="{215C019D-1D12-470B-93BD-6A7D069EA818}" dt="2026-04-29T19:36:04.487" v="8" actId="47"/>
        <pc:sldMkLst>
          <pc:docMk/>
          <pc:sldMk cId="1018947136" sldId="517"/>
        </pc:sldMkLst>
      </pc:sldChg>
      <pc:sldChg chg="del">
        <pc:chgData name="Jaime Leonardo Barbosa Perez" userId="3291dd0c0a50a603" providerId="LiveId" clId="{215C019D-1D12-470B-93BD-6A7D069EA818}" dt="2026-04-29T19:36:04.487" v="8" actId="47"/>
        <pc:sldMkLst>
          <pc:docMk/>
          <pc:sldMk cId="3683885397" sldId="518"/>
        </pc:sldMkLst>
      </pc:sldChg>
      <pc:sldChg chg="del">
        <pc:chgData name="Jaime Leonardo Barbosa Perez" userId="3291dd0c0a50a603" providerId="LiveId" clId="{215C019D-1D12-470B-93BD-6A7D069EA818}" dt="2026-04-29T19:36:04.487" v="8" actId="47"/>
        <pc:sldMkLst>
          <pc:docMk/>
          <pc:sldMk cId="2705609414" sldId="519"/>
        </pc:sldMkLst>
      </pc:sldChg>
      <pc:sldChg chg="del">
        <pc:chgData name="Jaime Leonardo Barbosa Perez" userId="3291dd0c0a50a603" providerId="LiveId" clId="{215C019D-1D12-470B-93BD-6A7D069EA818}" dt="2026-04-29T19:36:04.487" v="8" actId="47"/>
        <pc:sldMkLst>
          <pc:docMk/>
          <pc:sldMk cId="3297513596" sldId="520"/>
        </pc:sldMkLst>
      </pc:sldChg>
      <pc:sldChg chg="del">
        <pc:chgData name="Jaime Leonardo Barbosa Perez" userId="3291dd0c0a50a603" providerId="LiveId" clId="{215C019D-1D12-470B-93BD-6A7D069EA818}" dt="2026-04-29T19:36:04.487" v="8" actId="47"/>
        <pc:sldMkLst>
          <pc:docMk/>
          <pc:sldMk cId="439953389" sldId="521"/>
        </pc:sldMkLst>
      </pc:sldChg>
      <pc:sldChg chg="del">
        <pc:chgData name="Jaime Leonardo Barbosa Perez" userId="3291dd0c0a50a603" providerId="LiveId" clId="{215C019D-1D12-470B-93BD-6A7D069EA818}" dt="2026-04-29T19:36:04.487" v="8" actId="47"/>
        <pc:sldMkLst>
          <pc:docMk/>
          <pc:sldMk cId="3265126453" sldId="522"/>
        </pc:sldMkLst>
      </pc:sldChg>
      <pc:sldChg chg="del">
        <pc:chgData name="Jaime Leonardo Barbosa Perez" userId="3291dd0c0a50a603" providerId="LiveId" clId="{215C019D-1D12-470B-93BD-6A7D069EA818}" dt="2026-04-29T19:36:04.487" v="8" actId="47"/>
        <pc:sldMkLst>
          <pc:docMk/>
          <pc:sldMk cId="2367172391" sldId="523"/>
        </pc:sldMkLst>
      </pc:sldChg>
      <pc:sldChg chg="del">
        <pc:chgData name="Jaime Leonardo Barbosa Perez" userId="3291dd0c0a50a603" providerId="LiveId" clId="{215C019D-1D12-470B-93BD-6A7D069EA818}" dt="2026-04-29T19:19:14.231" v="6" actId="47"/>
        <pc:sldMkLst>
          <pc:docMk/>
          <pc:sldMk cId="1220152384" sldId="524"/>
        </pc:sldMkLst>
      </pc:sldChg>
      <pc:sldChg chg="del">
        <pc:chgData name="Jaime Leonardo Barbosa Perez" userId="3291dd0c0a50a603" providerId="LiveId" clId="{215C019D-1D12-470B-93BD-6A7D069EA818}" dt="2026-04-29T19:19:14.231" v="6" actId="47"/>
        <pc:sldMkLst>
          <pc:docMk/>
          <pc:sldMk cId="105550117" sldId="525"/>
        </pc:sldMkLst>
      </pc:sldChg>
      <pc:sldChg chg="del">
        <pc:chgData name="Jaime Leonardo Barbosa Perez" userId="3291dd0c0a50a603" providerId="LiveId" clId="{215C019D-1D12-470B-93BD-6A7D069EA818}" dt="2026-04-29T19:19:14.231" v="6" actId="47"/>
        <pc:sldMkLst>
          <pc:docMk/>
          <pc:sldMk cId="1429974000" sldId="526"/>
        </pc:sldMkLst>
      </pc:sldChg>
      <pc:sldChg chg="del">
        <pc:chgData name="Jaime Leonardo Barbosa Perez" userId="3291dd0c0a50a603" providerId="LiveId" clId="{215C019D-1D12-470B-93BD-6A7D069EA818}" dt="2026-04-29T19:19:14.231" v="6" actId="47"/>
        <pc:sldMkLst>
          <pc:docMk/>
          <pc:sldMk cId="2199778035" sldId="527"/>
        </pc:sldMkLst>
      </pc:sldChg>
      <pc:sldChg chg="del">
        <pc:chgData name="Jaime Leonardo Barbosa Perez" userId="3291dd0c0a50a603" providerId="LiveId" clId="{215C019D-1D12-470B-93BD-6A7D069EA818}" dt="2026-04-29T19:19:14.231" v="6" actId="47"/>
        <pc:sldMkLst>
          <pc:docMk/>
          <pc:sldMk cId="3327581370" sldId="528"/>
        </pc:sldMkLst>
      </pc:sldChg>
      <pc:sldChg chg="del">
        <pc:chgData name="Jaime Leonardo Barbosa Perez" userId="3291dd0c0a50a603" providerId="LiveId" clId="{215C019D-1D12-470B-93BD-6A7D069EA818}" dt="2026-04-29T19:24:02.692" v="7" actId="47"/>
        <pc:sldMkLst>
          <pc:docMk/>
          <pc:sldMk cId="1278426478" sldId="529"/>
        </pc:sldMkLst>
      </pc:sldChg>
      <pc:sldChg chg="del">
        <pc:chgData name="Jaime Leonardo Barbosa Perez" userId="3291dd0c0a50a603" providerId="LiveId" clId="{215C019D-1D12-470B-93BD-6A7D069EA818}" dt="2026-04-29T19:24:02.692" v="7" actId="47"/>
        <pc:sldMkLst>
          <pc:docMk/>
          <pc:sldMk cId="3775721772" sldId="530"/>
        </pc:sldMkLst>
      </pc:sldChg>
      <pc:sldChg chg="del">
        <pc:chgData name="Jaime Leonardo Barbosa Perez" userId="3291dd0c0a50a603" providerId="LiveId" clId="{215C019D-1D12-470B-93BD-6A7D069EA818}" dt="2026-04-29T19:36:04.487" v="8" actId="47"/>
        <pc:sldMkLst>
          <pc:docMk/>
          <pc:sldMk cId="661843729" sldId="531"/>
        </pc:sldMkLst>
      </pc:sldChg>
      <pc:sldChg chg="del">
        <pc:chgData name="Jaime Leonardo Barbosa Perez" userId="3291dd0c0a50a603" providerId="LiveId" clId="{215C019D-1D12-470B-93BD-6A7D069EA818}" dt="2026-04-29T19:36:04.487" v="8" actId="47"/>
        <pc:sldMkLst>
          <pc:docMk/>
          <pc:sldMk cId="1044677695" sldId="532"/>
        </pc:sldMkLst>
      </pc:sldChg>
      <pc:sldChg chg="del">
        <pc:chgData name="Jaime Leonardo Barbosa Perez" userId="3291dd0c0a50a603" providerId="LiveId" clId="{215C019D-1D12-470B-93BD-6A7D069EA818}" dt="2026-04-29T19:36:04.487" v="8" actId="47"/>
        <pc:sldMkLst>
          <pc:docMk/>
          <pc:sldMk cId="2568004768" sldId="533"/>
        </pc:sldMkLst>
      </pc:sldChg>
      <pc:sldChg chg="del">
        <pc:chgData name="Jaime Leonardo Barbosa Perez" userId="3291dd0c0a50a603" providerId="LiveId" clId="{215C019D-1D12-470B-93BD-6A7D069EA818}" dt="2026-04-29T19:36:04.487" v="8" actId="47"/>
        <pc:sldMkLst>
          <pc:docMk/>
          <pc:sldMk cId="3514984535" sldId="534"/>
        </pc:sldMkLst>
      </pc:sldChg>
      <pc:sldChg chg="del">
        <pc:chgData name="Jaime Leonardo Barbosa Perez" userId="3291dd0c0a50a603" providerId="LiveId" clId="{215C019D-1D12-470B-93BD-6A7D069EA818}" dt="2026-04-29T19:36:04.487" v="8" actId="47"/>
        <pc:sldMkLst>
          <pc:docMk/>
          <pc:sldMk cId="3795271553" sldId="535"/>
        </pc:sldMkLst>
      </pc:sldChg>
      <pc:sldChg chg="del">
        <pc:chgData name="Jaime Leonardo Barbosa Perez" userId="3291dd0c0a50a603" providerId="LiveId" clId="{215C019D-1D12-470B-93BD-6A7D069EA818}" dt="2026-04-29T19:36:04.487" v="8" actId="47"/>
        <pc:sldMkLst>
          <pc:docMk/>
          <pc:sldMk cId="2703630712" sldId="536"/>
        </pc:sldMkLst>
      </pc:sldChg>
      <pc:sldChg chg="del">
        <pc:chgData name="Jaime Leonardo Barbosa Perez" userId="3291dd0c0a50a603" providerId="LiveId" clId="{215C019D-1D12-470B-93BD-6A7D069EA818}" dt="2026-04-29T19:24:02.692" v="7" actId="47"/>
        <pc:sldMkLst>
          <pc:docMk/>
          <pc:sldMk cId="1972240570" sldId="547"/>
        </pc:sldMkLst>
      </pc:sldChg>
      <pc:sldChg chg="del">
        <pc:chgData name="Jaime Leonardo Barbosa Perez" userId="3291dd0c0a50a603" providerId="LiveId" clId="{215C019D-1D12-470B-93BD-6A7D069EA818}" dt="2026-04-29T19:19:14.231" v="6" actId="47"/>
        <pc:sldMkLst>
          <pc:docMk/>
          <pc:sldMk cId="1908580087" sldId="548"/>
        </pc:sldMkLst>
      </pc:sldChg>
      <pc:sldChg chg="del">
        <pc:chgData name="Jaime Leonardo Barbosa Perez" userId="3291dd0c0a50a603" providerId="LiveId" clId="{215C019D-1D12-470B-93BD-6A7D069EA818}" dt="2026-04-29T19:36:04.487" v="8" actId="47"/>
        <pc:sldMkLst>
          <pc:docMk/>
          <pc:sldMk cId="1996437785" sldId="549"/>
        </pc:sldMkLst>
      </pc:sldChg>
      <pc:sldChg chg="del">
        <pc:chgData name="Jaime Leonardo Barbosa Perez" userId="3291dd0c0a50a603" providerId="LiveId" clId="{215C019D-1D12-470B-93BD-6A7D069EA818}" dt="2026-04-29T19:19:14.231" v="6" actId="47"/>
        <pc:sldMkLst>
          <pc:docMk/>
          <pc:sldMk cId="3753326023" sldId="550"/>
        </pc:sldMkLst>
      </pc:sldChg>
      <pc:sldChg chg="del">
        <pc:chgData name="Jaime Leonardo Barbosa Perez" userId="3291dd0c0a50a603" providerId="LiveId" clId="{215C019D-1D12-470B-93BD-6A7D069EA818}" dt="2026-04-29T19:24:02.692" v="7" actId="47"/>
        <pc:sldMkLst>
          <pc:docMk/>
          <pc:sldMk cId="3284925212" sldId="551"/>
        </pc:sldMkLst>
      </pc:sldChg>
      <pc:sldChg chg="del">
        <pc:chgData name="Jaime Leonardo Barbosa Perez" userId="3291dd0c0a50a603" providerId="LiveId" clId="{215C019D-1D12-470B-93BD-6A7D069EA818}" dt="2026-04-29T19:36:04.487" v="8" actId="47"/>
        <pc:sldMkLst>
          <pc:docMk/>
          <pc:sldMk cId="4060632040" sldId="552"/>
        </pc:sldMkLst>
      </pc:sldChg>
      <pc:sldChg chg="del">
        <pc:chgData name="Jaime Leonardo Barbosa Perez" userId="3291dd0c0a50a603" providerId="LiveId" clId="{215C019D-1D12-470B-93BD-6A7D069EA818}" dt="2026-04-29T19:24:02.692" v="7" actId="47"/>
        <pc:sldMkLst>
          <pc:docMk/>
          <pc:sldMk cId="890869243" sldId="553"/>
        </pc:sldMkLst>
      </pc:sldChg>
      <pc:sldChg chg="del">
        <pc:chgData name="Jaime Leonardo Barbosa Perez" userId="3291dd0c0a50a603" providerId="LiveId" clId="{215C019D-1D12-470B-93BD-6A7D069EA818}" dt="2026-04-29T19:19:14.231" v="6" actId="47"/>
        <pc:sldMkLst>
          <pc:docMk/>
          <pc:sldMk cId="1623386567" sldId="554"/>
        </pc:sldMkLst>
      </pc:sldChg>
      <pc:sldChg chg="del">
        <pc:chgData name="Jaime Leonardo Barbosa Perez" userId="3291dd0c0a50a603" providerId="LiveId" clId="{215C019D-1D12-470B-93BD-6A7D069EA818}" dt="2026-04-29T19:19:14.231" v="6" actId="47"/>
        <pc:sldMkLst>
          <pc:docMk/>
          <pc:sldMk cId="2932763127" sldId="5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26833" cy="465797"/>
          </a:xfrm>
          <a:prstGeom prst="rect">
            <a:avLst/>
          </a:prstGeom>
        </p:spPr>
        <p:txBody>
          <a:bodyPr vert="horz" lIns="92958" tIns="46479" rIns="92958" bIns="46479" rtlCol="0"/>
          <a:lstStyle>
            <a:lvl1pPr algn="l">
              <a:defRPr sz="1200"/>
            </a:lvl1pPr>
          </a:lstStyle>
          <a:p>
            <a:endParaRPr lang="es-CO"/>
          </a:p>
        </p:txBody>
      </p:sp>
      <p:sp>
        <p:nvSpPr>
          <p:cNvPr id="3" name="Marcador de fecha 2"/>
          <p:cNvSpPr>
            <a:spLocks noGrp="1"/>
          </p:cNvSpPr>
          <p:nvPr>
            <p:ph type="dt" idx="1"/>
          </p:nvPr>
        </p:nvSpPr>
        <p:spPr>
          <a:xfrm>
            <a:off x="3956550" y="0"/>
            <a:ext cx="3026833" cy="465797"/>
          </a:xfrm>
          <a:prstGeom prst="rect">
            <a:avLst/>
          </a:prstGeom>
        </p:spPr>
        <p:txBody>
          <a:bodyPr vert="horz" lIns="92958" tIns="46479" rIns="92958" bIns="46479" rtlCol="0"/>
          <a:lstStyle>
            <a:lvl1pPr algn="r">
              <a:defRPr sz="1200"/>
            </a:lvl1pPr>
          </a:lstStyle>
          <a:p>
            <a:fld id="{FAA9CDD0-40B0-47B1-9CA1-D888E0B9FE01}" type="datetimeFigureOut">
              <a:rPr lang="es-CO" smtClean="0"/>
              <a:t>29/04/2026</a:t>
            </a:fld>
            <a:endParaRPr lang="es-CO"/>
          </a:p>
        </p:txBody>
      </p:sp>
      <p:sp>
        <p:nvSpPr>
          <p:cNvPr id="4" name="Marcador de imagen de diapositiva 3"/>
          <p:cNvSpPr>
            <a:spLocks noGrp="1" noRot="1" noChangeAspect="1"/>
          </p:cNvSpPr>
          <p:nvPr>
            <p:ph type="sldImg" idx="2"/>
          </p:nvPr>
        </p:nvSpPr>
        <p:spPr>
          <a:xfrm>
            <a:off x="706438" y="1160463"/>
            <a:ext cx="5572125" cy="3133725"/>
          </a:xfrm>
          <a:prstGeom prst="rect">
            <a:avLst/>
          </a:prstGeom>
          <a:noFill/>
          <a:ln w="12700">
            <a:solidFill>
              <a:prstClr val="black"/>
            </a:solidFill>
          </a:ln>
        </p:spPr>
        <p:txBody>
          <a:bodyPr vert="horz" lIns="92958" tIns="46479" rIns="92958" bIns="46479" rtlCol="0" anchor="ctr"/>
          <a:lstStyle/>
          <a:p>
            <a:endParaRPr lang="es-CO"/>
          </a:p>
        </p:txBody>
      </p:sp>
      <p:sp>
        <p:nvSpPr>
          <p:cNvPr id="5" name="Marcador de notas 4"/>
          <p:cNvSpPr>
            <a:spLocks noGrp="1"/>
          </p:cNvSpPr>
          <p:nvPr>
            <p:ph type="body" sz="quarter" idx="3"/>
          </p:nvPr>
        </p:nvSpPr>
        <p:spPr>
          <a:xfrm>
            <a:off x="698500" y="4467781"/>
            <a:ext cx="5588000" cy="3655457"/>
          </a:xfrm>
          <a:prstGeom prst="rect">
            <a:avLst/>
          </a:prstGeom>
        </p:spPr>
        <p:txBody>
          <a:bodyPr vert="horz" lIns="92958" tIns="46479" rIns="92958" bIns="46479"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817904"/>
            <a:ext cx="3026833" cy="465796"/>
          </a:xfrm>
          <a:prstGeom prst="rect">
            <a:avLst/>
          </a:prstGeom>
        </p:spPr>
        <p:txBody>
          <a:bodyPr vert="horz" lIns="92958" tIns="46479" rIns="92958" bIns="46479"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956550" y="8817904"/>
            <a:ext cx="3026833" cy="465796"/>
          </a:xfrm>
          <a:prstGeom prst="rect">
            <a:avLst/>
          </a:prstGeom>
        </p:spPr>
        <p:txBody>
          <a:bodyPr vert="horz" lIns="92958" tIns="46479" rIns="92958" bIns="46479" rtlCol="0" anchor="b"/>
          <a:lstStyle>
            <a:lvl1pPr algn="r">
              <a:defRPr sz="1200"/>
            </a:lvl1pPr>
          </a:lstStyle>
          <a:p>
            <a:fld id="{71468045-0AD8-46AF-81C9-4754479C94B8}" type="slidenum">
              <a:rPr lang="es-CO" smtClean="0"/>
              <a:t>‹Nº›</a:t>
            </a:fld>
            <a:endParaRPr lang="es-CO"/>
          </a:p>
        </p:txBody>
      </p:sp>
    </p:spTree>
    <p:extLst>
      <p:ext uri="{BB962C8B-B14F-4D97-AF65-F5344CB8AC3E}">
        <p14:creationId xmlns:p14="http://schemas.microsoft.com/office/powerpoint/2010/main" val="163883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Ref idx="1003">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Date Placeholder 2"/>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Editar el estilo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Editar el estilo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4/29/2026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dforcesolar.com/wp-content/uploads/2010/01/partes-turbina-eolic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749" y="1007719"/>
            <a:ext cx="5091953" cy="48475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www.perfecta.art.br/54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8841" y="1007719"/>
            <a:ext cx="4857371" cy="4842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87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628649" y="1607342"/>
            <a:ext cx="6870490" cy="4486275"/>
          </a:xfrm>
          <a:prstGeom prst="rect">
            <a:avLst/>
          </a:prstGeom>
        </p:spPr>
      </p:pic>
      <p:pic>
        <p:nvPicPr>
          <p:cNvPr id="4" name="Imagen 3"/>
          <p:cNvPicPr>
            <a:picLocks noChangeAspect="1"/>
          </p:cNvPicPr>
          <p:nvPr/>
        </p:nvPicPr>
        <p:blipFill>
          <a:blip r:embed="rId3"/>
          <a:stretch>
            <a:fillRect/>
          </a:stretch>
        </p:blipFill>
        <p:spPr>
          <a:xfrm>
            <a:off x="8020049" y="1735930"/>
            <a:ext cx="3400979" cy="4357687"/>
          </a:xfrm>
          <a:prstGeom prst="rect">
            <a:avLst/>
          </a:prstGeom>
        </p:spPr>
      </p:pic>
      <p:sp>
        <p:nvSpPr>
          <p:cNvPr id="5" name="Título 1"/>
          <p:cNvSpPr txBox="1">
            <a:spLocks/>
          </p:cNvSpPr>
          <p:nvPr/>
        </p:nvSpPr>
        <p:spPr>
          <a:xfrm>
            <a:off x="1953345" y="522287"/>
            <a:ext cx="8652293" cy="635000"/>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a:t>Diagnóstico de fallos en equipos</a:t>
            </a:r>
            <a:endParaRPr lang="es-CO" dirty="0"/>
          </a:p>
        </p:txBody>
      </p:sp>
    </p:spTree>
    <p:extLst>
      <p:ext uri="{BB962C8B-B14F-4D97-AF65-F5344CB8AC3E}">
        <p14:creationId xmlns:p14="http://schemas.microsoft.com/office/powerpoint/2010/main" val="453954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4294967295"/>
          </p:nvPr>
        </p:nvSpPr>
        <p:spPr>
          <a:xfrm>
            <a:off x="1850366" y="1928873"/>
            <a:ext cx="8229600" cy="3773487"/>
          </a:xfrm>
        </p:spPr>
        <p:txBody>
          <a:bodyPr>
            <a:normAutofit/>
          </a:bodyPr>
          <a:lstStyle/>
          <a:p>
            <a:r>
              <a:rPr lang="es-CO" dirty="0">
                <a:solidFill>
                  <a:schemeClr val="tx1"/>
                </a:solidFill>
              </a:rPr>
              <a:t>Análisis de fallos en componentes mecánicos:</a:t>
            </a:r>
          </a:p>
          <a:p>
            <a:pPr lvl="1"/>
            <a:r>
              <a:rPr lang="es-CO" dirty="0">
                <a:solidFill>
                  <a:schemeClr val="tx1"/>
                </a:solidFill>
              </a:rPr>
              <a:t>Rodamientos</a:t>
            </a:r>
          </a:p>
          <a:p>
            <a:pPr lvl="1"/>
            <a:r>
              <a:rPr lang="es-CO" dirty="0">
                <a:solidFill>
                  <a:schemeClr val="tx1"/>
                </a:solidFill>
              </a:rPr>
              <a:t>Cojinetes </a:t>
            </a:r>
          </a:p>
          <a:p>
            <a:pPr lvl="1"/>
            <a:r>
              <a:rPr lang="es-CO" dirty="0">
                <a:solidFill>
                  <a:schemeClr val="tx1"/>
                </a:solidFill>
              </a:rPr>
              <a:t>Engranajes</a:t>
            </a:r>
          </a:p>
          <a:p>
            <a:pPr lvl="1"/>
            <a:r>
              <a:rPr lang="es-CO" dirty="0">
                <a:solidFill>
                  <a:schemeClr val="tx1"/>
                </a:solidFill>
              </a:rPr>
              <a:t>Acoplamientos</a:t>
            </a:r>
          </a:p>
          <a:p>
            <a:pPr lvl="1"/>
            <a:r>
              <a:rPr lang="es-CO" dirty="0">
                <a:solidFill>
                  <a:schemeClr val="tx1"/>
                </a:solidFill>
              </a:rPr>
              <a:t>Cierres mecánicos</a:t>
            </a:r>
          </a:p>
          <a:p>
            <a:pPr marL="457200" lvl="1" indent="0">
              <a:buNone/>
            </a:pPr>
            <a:r>
              <a:rPr lang="es-CO" dirty="0">
                <a:solidFill>
                  <a:schemeClr val="tx1"/>
                </a:solidFill>
              </a:rPr>
              <a:t>Estos son los componentes mecánicos más propensos a fallar.</a:t>
            </a:r>
          </a:p>
          <a:p>
            <a:pPr lvl="1"/>
            <a:endParaRPr lang="es-CO" dirty="0"/>
          </a:p>
        </p:txBody>
      </p:sp>
      <p:sp>
        <p:nvSpPr>
          <p:cNvPr id="2" name="Título 1"/>
          <p:cNvSpPr>
            <a:spLocks noGrp="1"/>
          </p:cNvSpPr>
          <p:nvPr>
            <p:ph type="title" idx="4294967295"/>
          </p:nvPr>
        </p:nvSpPr>
        <p:spPr>
          <a:xfrm>
            <a:off x="1639020" y="854105"/>
            <a:ext cx="8652293" cy="635000"/>
          </a:xfrm>
        </p:spPr>
        <p:txBody>
          <a:bodyPr>
            <a:noAutofit/>
          </a:bodyPr>
          <a:lstStyle/>
          <a:p>
            <a:r>
              <a:rPr lang="es-CO" dirty="0"/>
              <a:t>Diagnóstico de fallos en equipos</a:t>
            </a:r>
          </a:p>
        </p:txBody>
      </p:sp>
    </p:spTree>
    <p:extLst>
      <p:ext uri="{BB962C8B-B14F-4D97-AF65-F5344CB8AC3E}">
        <p14:creationId xmlns:p14="http://schemas.microsoft.com/office/powerpoint/2010/main" val="87979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596551" y="571380"/>
            <a:ext cx="6366294" cy="635000"/>
          </a:xfrm>
        </p:spPr>
        <p:txBody>
          <a:bodyPr>
            <a:noAutofit/>
          </a:bodyPr>
          <a:lstStyle/>
          <a:p>
            <a:r>
              <a:rPr lang="es-CO" dirty="0"/>
              <a:t>Averías en rodamientos</a:t>
            </a:r>
          </a:p>
        </p:txBody>
      </p:sp>
      <p:sp>
        <p:nvSpPr>
          <p:cNvPr id="3" name="Marcador de contenido 2"/>
          <p:cNvSpPr>
            <a:spLocks noGrp="1"/>
          </p:cNvSpPr>
          <p:nvPr>
            <p:ph idx="4294967295"/>
          </p:nvPr>
        </p:nvSpPr>
        <p:spPr>
          <a:xfrm>
            <a:off x="858931" y="1539844"/>
            <a:ext cx="10474138" cy="4556155"/>
          </a:xfrm>
        </p:spPr>
        <p:txBody>
          <a:bodyPr>
            <a:normAutofit fontScale="92500" lnSpcReduction="20000"/>
          </a:bodyPr>
          <a:lstStyle/>
          <a:p>
            <a:pPr marL="0" indent="0" algn="just">
              <a:buNone/>
            </a:pPr>
            <a:r>
              <a:rPr lang="es-CO" sz="2400" dirty="0">
                <a:solidFill>
                  <a:schemeClr val="tx1"/>
                </a:solidFill>
              </a:rPr>
              <a:t>Los rodamientos se encuentran entre los componentes más importantes de las máquinas.</a:t>
            </a:r>
          </a:p>
          <a:p>
            <a:pPr marL="0" indent="0" algn="just">
              <a:buNone/>
            </a:pPr>
            <a:r>
              <a:rPr lang="es-CO" sz="2400" dirty="0">
                <a:solidFill>
                  <a:schemeClr val="tx1"/>
                </a:solidFill>
              </a:rPr>
              <a:t>En condiciones normales el fallo de un rodamiento sobreviene por fatiga del material, resultado de esfuerzos de cortadura que surgen cíclicamente debajo de la superficie que soporta la carga. </a:t>
            </a:r>
          </a:p>
          <a:p>
            <a:pPr marL="0" indent="0" algn="just">
              <a:buNone/>
            </a:pPr>
            <a:r>
              <a:rPr lang="es-CO" sz="2400" dirty="0">
                <a:solidFill>
                  <a:schemeClr val="tx1"/>
                </a:solidFill>
              </a:rPr>
              <a:t>Después de algún tiempo, estos esfuerzos causan grietas que se extienden hasta la superficie. Conforme los elementos rodantes alcanzan las grietas, provocan roturas del material (desconchado) y finalmente dejan el rodamiento inservible.</a:t>
            </a:r>
          </a:p>
          <a:p>
            <a:pPr marL="0" indent="0" algn="just">
              <a:buNone/>
            </a:pPr>
            <a:r>
              <a:rPr lang="es-ES" sz="2400" dirty="0">
                <a:solidFill>
                  <a:schemeClr val="tx1"/>
                </a:solidFill>
              </a:rPr>
              <a:t>Sin embargo la mayor parte de los fallos en rodamientos tienen una causa raíz distinta que provoca el fallo prematuro. Es el caso de desgaste apreciable por presencia de partículas extrañas o lubricación insuficiente, vibraciones excesivas del equipo y acanalado por paso de corriente eléctrica.</a:t>
            </a:r>
            <a:endParaRPr lang="es-CO" sz="2400" dirty="0">
              <a:solidFill>
                <a:schemeClr val="tx1"/>
              </a:solidFill>
            </a:endParaRPr>
          </a:p>
        </p:txBody>
      </p:sp>
    </p:spTree>
    <p:extLst>
      <p:ext uri="{BB962C8B-B14F-4D97-AF65-F5344CB8AC3E}">
        <p14:creationId xmlns:p14="http://schemas.microsoft.com/office/powerpoint/2010/main" val="292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4294967295"/>
          </p:nvPr>
        </p:nvSpPr>
        <p:spPr>
          <a:xfrm>
            <a:off x="1265117" y="1621631"/>
            <a:ext cx="9661765" cy="3614738"/>
          </a:xfrm>
        </p:spPr>
        <p:txBody>
          <a:bodyPr>
            <a:normAutofit/>
          </a:bodyPr>
          <a:lstStyle/>
          <a:p>
            <a:pPr marL="0" indent="0">
              <a:buNone/>
            </a:pPr>
            <a:r>
              <a:rPr lang="es-CO" dirty="0">
                <a:solidFill>
                  <a:schemeClr val="tx1"/>
                </a:solidFill>
              </a:rPr>
              <a:t>La mayor parte de los fallos prematuros son debidos a defectos de montaje:</a:t>
            </a:r>
          </a:p>
          <a:p>
            <a:pPr marL="0" indent="0">
              <a:buNone/>
            </a:pPr>
            <a:r>
              <a:rPr lang="es-CO" dirty="0">
                <a:solidFill>
                  <a:schemeClr val="tx1"/>
                </a:solidFill>
              </a:rPr>
              <a:t>- golpes</a:t>
            </a:r>
          </a:p>
          <a:p>
            <a:pPr marL="0" indent="0">
              <a:buNone/>
            </a:pPr>
            <a:r>
              <a:rPr lang="es-CO" dirty="0">
                <a:solidFill>
                  <a:schemeClr val="tx1"/>
                </a:solidFill>
              </a:rPr>
              <a:t>- sobrecargas</a:t>
            </a:r>
          </a:p>
          <a:p>
            <a:pPr marL="0" indent="0">
              <a:buNone/>
            </a:pPr>
            <a:r>
              <a:rPr lang="es-CO" dirty="0">
                <a:solidFill>
                  <a:schemeClr val="tx1"/>
                </a:solidFill>
              </a:rPr>
              <a:t>- apriete excesivo</a:t>
            </a:r>
          </a:p>
          <a:p>
            <a:pPr marL="0" indent="0">
              <a:buNone/>
            </a:pPr>
            <a:r>
              <a:rPr lang="es-CO" dirty="0">
                <a:solidFill>
                  <a:schemeClr val="tx1"/>
                </a:solidFill>
              </a:rPr>
              <a:t>- falta de limpieza</a:t>
            </a:r>
          </a:p>
          <a:p>
            <a:pPr marL="0" indent="0">
              <a:buNone/>
            </a:pPr>
            <a:r>
              <a:rPr lang="es-CO" dirty="0">
                <a:solidFill>
                  <a:schemeClr val="tx1"/>
                </a:solidFill>
              </a:rPr>
              <a:t>- desalineación</a:t>
            </a:r>
          </a:p>
          <a:p>
            <a:pPr marL="0" indent="0">
              <a:buNone/>
            </a:pPr>
            <a:r>
              <a:rPr lang="es-CO" dirty="0">
                <a:solidFill>
                  <a:schemeClr val="tx1"/>
                </a:solidFill>
              </a:rPr>
              <a:t>- ajuste inadecuado</a:t>
            </a:r>
          </a:p>
          <a:p>
            <a:pPr marL="0" indent="0">
              <a:buNone/>
            </a:pPr>
            <a:r>
              <a:rPr lang="es-CO" dirty="0">
                <a:solidFill>
                  <a:schemeClr val="tx1"/>
                </a:solidFill>
              </a:rPr>
              <a:t>- errores de forma en alojamientos</a:t>
            </a:r>
          </a:p>
        </p:txBody>
      </p:sp>
      <p:sp>
        <p:nvSpPr>
          <p:cNvPr id="4" name="Título 1"/>
          <p:cNvSpPr>
            <a:spLocks noGrp="1"/>
          </p:cNvSpPr>
          <p:nvPr>
            <p:ph type="title" idx="4294967295"/>
          </p:nvPr>
        </p:nvSpPr>
        <p:spPr>
          <a:xfrm>
            <a:off x="2912852" y="546160"/>
            <a:ext cx="6366294" cy="635000"/>
          </a:xfrm>
        </p:spPr>
        <p:txBody>
          <a:bodyPr>
            <a:noAutofit/>
          </a:bodyPr>
          <a:lstStyle/>
          <a:p>
            <a:r>
              <a:rPr lang="es-CO" dirty="0"/>
              <a:t>Averías en rodamientos</a:t>
            </a:r>
          </a:p>
        </p:txBody>
      </p:sp>
    </p:spTree>
    <p:extLst>
      <p:ext uri="{BB962C8B-B14F-4D97-AF65-F5344CB8AC3E}">
        <p14:creationId xmlns:p14="http://schemas.microsoft.com/office/powerpoint/2010/main" val="117557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idx="4294967295"/>
          </p:nvPr>
        </p:nvSpPr>
        <p:spPr>
          <a:xfrm>
            <a:off x="7027054" y="2721126"/>
            <a:ext cx="3842229" cy="1160462"/>
          </a:xfrm>
        </p:spPr>
        <p:txBody>
          <a:bodyPr>
            <a:noAutofit/>
          </a:bodyPr>
          <a:lstStyle/>
          <a:p>
            <a:r>
              <a:rPr lang="es-CO" dirty="0"/>
              <a:t>Averías en </a:t>
            </a:r>
            <a:br>
              <a:rPr lang="es-CO" dirty="0"/>
            </a:br>
            <a:r>
              <a:rPr lang="es-CO" dirty="0"/>
              <a:t>rodamientos</a:t>
            </a:r>
          </a:p>
        </p:txBody>
      </p:sp>
      <p:pic>
        <p:nvPicPr>
          <p:cNvPr id="6" name="Imagen 5"/>
          <p:cNvPicPr>
            <a:picLocks noChangeAspect="1"/>
          </p:cNvPicPr>
          <p:nvPr/>
        </p:nvPicPr>
        <p:blipFill rotWithShape="1">
          <a:blip r:embed="rId2"/>
          <a:srcRect l="35057" t="15548" r="36899" b="17516"/>
          <a:stretch/>
        </p:blipFill>
        <p:spPr>
          <a:xfrm>
            <a:off x="628207" y="339376"/>
            <a:ext cx="5341272" cy="6324451"/>
          </a:xfrm>
          <a:prstGeom prst="rect">
            <a:avLst/>
          </a:prstGeom>
        </p:spPr>
      </p:pic>
    </p:spTree>
    <p:extLst>
      <p:ext uri="{BB962C8B-B14F-4D97-AF65-F5344CB8AC3E}">
        <p14:creationId xmlns:p14="http://schemas.microsoft.com/office/powerpoint/2010/main" val="211826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271623" y="808307"/>
            <a:ext cx="7631502" cy="666750"/>
          </a:xfrm>
        </p:spPr>
        <p:txBody>
          <a:bodyPr>
            <a:normAutofit fontScale="90000"/>
          </a:bodyPr>
          <a:lstStyle/>
          <a:p>
            <a:r>
              <a:rPr lang="es-CO" dirty="0"/>
              <a:t>Averías en cojinetes antifricción </a:t>
            </a:r>
          </a:p>
        </p:txBody>
      </p:sp>
      <p:sp>
        <p:nvSpPr>
          <p:cNvPr id="3" name="Marcador de contenido 2"/>
          <p:cNvSpPr>
            <a:spLocks noGrp="1"/>
          </p:cNvSpPr>
          <p:nvPr>
            <p:ph idx="4294967295"/>
          </p:nvPr>
        </p:nvSpPr>
        <p:spPr>
          <a:xfrm>
            <a:off x="1820174" y="1475057"/>
            <a:ext cx="8534400" cy="4782308"/>
          </a:xfrm>
        </p:spPr>
        <p:txBody>
          <a:bodyPr>
            <a:noAutofit/>
          </a:bodyPr>
          <a:lstStyle/>
          <a:p>
            <a:pPr marL="0" indent="0">
              <a:buNone/>
            </a:pPr>
            <a:r>
              <a:rPr lang="es-CO" dirty="0">
                <a:solidFill>
                  <a:schemeClr val="tx1"/>
                </a:solidFill>
              </a:rPr>
              <a:t>Los modos de fallos típicos en este tipo de elementos son:</a:t>
            </a:r>
          </a:p>
          <a:p>
            <a:pPr marL="0" indent="0">
              <a:buNone/>
            </a:pPr>
            <a:r>
              <a:rPr lang="es-CO" dirty="0">
                <a:solidFill>
                  <a:schemeClr val="tx1"/>
                </a:solidFill>
              </a:rPr>
              <a:t>- desgaste</a:t>
            </a:r>
          </a:p>
          <a:p>
            <a:pPr marL="0" indent="0">
              <a:buNone/>
            </a:pPr>
            <a:r>
              <a:rPr lang="es-CO" dirty="0">
                <a:solidFill>
                  <a:schemeClr val="tx1"/>
                </a:solidFill>
              </a:rPr>
              <a:t>- corrosión</a:t>
            </a:r>
          </a:p>
          <a:p>
            <a:pPr marL="0" indent="0">
              <a:buNone/>
            </a:pPr>
            <a:r>
              <a:rPr lang="es-CO" dirty="0">
                <a:solidFill>
                  <a:schemeClr val="tx1"/>
                </a:solidFill>
              </a:rPr>
              <a:t>- deformación</a:t>
            </a:r>
          </a:p>
          <a:p>
            <a:pPr marL="0" indent="0">
              <a:buNone/>
            </a:pPr>
            <a:r>
              <a:rPr lang="es-CO" dirty="0">
                <a:solidFill>
                  <a:schemeClr val="tx1"/>
                </a:solidFill>
              </a:rPr>
              <a:t>- rotura/separación</a:t>
            </a:r>
          </a:p>
          <a:p>
            <a:pPr marL="0" indent="0">
              <a:buNone/>
            </a:pPr>
            <a:r>
              <a:rPr lang="es-CO" dirty="0">
                <a:solidFill>
                  <a:schemeClr val="tx1"/>
                </a:solidFill>
              </a:rPr>
              <a:t>y las causas están relacionadas con los siguientes aspectos:</a:t>
            </a:r>
          </a:p>
          <a:p>
            <a:pPr marL="0" indent="0">
              <a:buNone/>
            </a:pPr>
            <a:r>
              <a:rPr lang="es-CO" dirty="0">
                <a:solidFill>
                  <a:schemeClr val="tx1"/>
                </a:solidFill>
              </a:rPr>
              <a:t>- montaje</a:t>
            </a:r>
          </a:p>
          <a:p>
            <a:pPr marL="0" indent="0">
              <a:buNone/>
            </a:pPr>
            <a:r>
              <a:rPr lang="es-CO" dirty="0">
                <a:solidFill>
                  <a:schemeClr val="tx1"/>
                </a:solidFill>
              </a:rPr>
              <a:t>- condiciones de trabajo</a:t>
            </a:r>
          </a:p>
          <a:p>
            <a:pPr marL="0" indent="0">
              <a:buNone/>
            </a:pPr>
            <a:r>
              <a:rPr lang="es-CO" dirty="0">
                <a:solidFill>
                  <a:schemeClr val="tx1"/>
                </a:solidFill>
              </a:rPr>
              <a:t>- sellado</a:t>
            </a:r>
          </a:p>
          <a:p>
            <a:pPr marL="0" indent="0">
              <a:buNone/>
            </a:pPr>
            <a:r>
              <a:rPr lang="es-CO" dirty="0">
                <a:solidFill>
                  <a:schemeClr val="tx1"/>
                </a:solidFill>
              </a:rPr>
              <a:t>- lubricación</a:t>
            </a:r>
          </a:p>
        </p:txBody>
      </p:sp>
    </p:spTree>
    <p:extLst>
      <p:ext uri="{BB962C8B-B14F-4D97-AF65-F5344CB8AC3E}">
        <p14:creationId xmlns:p14="http://schemas.microsoft.com/office/powerpoint/2010/main" val="3905175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32290" t="18500" r="33397" b="15547"/>
          <a:stretch/>
        </p:blipFill>
        <p:spPr>
          <a:xfrm>
            <a:off x="840137" y="286969"/>
            <a:ext cx="6047309" cy="6283648"/>
          </a:xfrm>
          <a:prstGeom prst="rect">
            <a:avLst/>
          </a:prstGeom>
        </p:spPr>
      </p:pic>
      <p:sp>
        <p:nvSpPr>
          <p:cNvPr id="5" name="Título 1"/>
          <p:cNvSpPr>
            <a:spLocks noGrp="1"/>
          </p:cNvSpPr>
          <p:nvPr>
            <p:ph type="title" idx="4294967295"/>
          </p:nvPr>
        </p:nvSpPr>
        <p:spPr>
          <a:xfrm>
            <a:off x="8095887" y="2492268"/>
            <a:ext cx="3168650" cy="1712913"/>
          </a:xfrm>
        </p:spPr>
        <p:txBody>
          <a:bodyPr>
            <a:normAutofit fontScale="90000"/>
          </a:bodyPr>
          <a:lstStyle/>
          <a:p>
            <a:r>
              <a:rPr lang="es-CO" dirty="0"/>
              <a:t>Averías en cojinetes </a:t>
            </a:r>
            <a:br>
              <a:rPr lang="es-CO" dirty="0"/>
            </a:br>
            <a:r>
              <a:rPr lang="es-CO" dirty="0"/>
              <a:t>antifricción </a:t>
            </a:r>
          </a:p>
        </p:txBody>
      </p:sp>
    </p:spTree>
    <p:extLst>
      <p:ext uri="{BB962C8B-B14F-4D97-AF65-F5344CB8AC3E}">
        <p14:creationId xmlns:p14="http://schemas.microsoft.com/office/powerpoint/2010/main" val="156586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28587" y="802377"/>
            <a:ext cx="6056312" cy="633413"/>
          </a:xfrm>
        </p:spPr>
        <p:txBody>
          <a:bodyPr>
            <a:noAutofit/>
          </a:bodyPr>
          <a:lstStyle/>
          <a:p>
            <a:r>
              <a:rPr lang="es-CO" dirty="0"/>
              <a:t>Averías en engranajes</a:t>
            </a:r>
          </a:p>
        </p:txBody>
      </p:sp>
      <p:sp>
        <p:nvSpPr>
          <p:cNvPr id="3" name="Marcador de contenido 2"/>
          <p:cNvSpPr>
            <a:spLocks noGrp="1"/>
          </p:cNvSpPr>
          <p:nvPr>
            <p:ph idx="4294967295"/>
          </p:nvPr>
        </p:nvSpPr>
        <p:spPr>
          <a:xfrm>
            <a:off x="1820174" y="2032238"/>
            <a:ext cx="9328030" cy="3614738"/>
          </a:xfrm>
        </p:spPr>
        <p:txBody>
          <a:bodyPr>
            <a:normAutofit fontScale="92500" lnSpcReduction="10000"/>
          </a:bodyPr>
          <a:lstStyle/>
          <a:p>
            <a:pPr marL="0" indent="0">
              <a:buNone/>
            </a:pPr>
            <a:r>
              <a:rPr lang="es-CO" sz="2800" dirty="0">
                <a:solidFill>
                  <a:schemeClr val="tx1"/>
                </a:solidFill>
              </a:rPr>
              <a:t>En los engranajes se presentan fenómenos de rodadura y deslizamiento simultáneamente. Como consecuencia de ello, si la lubricación no es adecuada, se presentan fenómenos de desgaste muy severo que le hacen fallar en muy poco tiempo. Los modos de fallos en estos componentes : desgaste, deformación, corrosión y fractura o separación. Las causas están relacionadas con las condiciones de diseño, fabricación y operación así como con la efectividad de la lubricación.</a:t>
            </a:r>
          </a:p>
        </p:txBody>
      </p:sp>
    </p:spTree>
    <p:extLst>
      <p:ext uri="{BB962C8B-B14F-4D97-AF65-F5344CB8AC3E}">
        <p14:creationId xmlns:p14="http://schemas.microsoft.com/office/powerpoint/2010/main" val="4172746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30077" t="27360" r="32290" b="17516"/>
          <a:stretch/>
        </p:blipFill>
        <p:spPr>
          <a:xfrm>
            <a:off x="802009" y="516347"/>
            <a:ext cx="7128059" cy="5870165"/>
          </a:xfrm>
          <a:prstGeom prst="rect">
            <a:avLst/>
          </a:prstGeom>
        </p:spPr>
      </p:pic>
      <p:sp>
        <p:nvSpPr>
          <p:cNvPr id="5" name="Título 1"/>
          <p:cNvSpPr>
            <a:spLocks noGrp="1"/>
          </p:cNvSpPr>
          <p:nvPr>
            <p:ph type="title" idx="4294967295"/>
          </p:nvPr>
        </p:nvSpPr>
        <p:spPr>
          <a:xfrm>
            <a:off x="8412702" y="2839448"/>
            <a:ext cx="3408362" cy="1223962"/>
          </a:xfrm>
        </p:spPr>
        <p:txBody>
          <a:bodyPr>
            <a:noAutofit/>
          </a:bodyPr>
          <a:lstStyle/>
          <a:p>
            <a:r>
              <a:rPr lang="es-CO" dirty="0"/>
              <a:t>Averías en </a:t>
            </a:r>
            <a:br>
              <a:rPr lang="es-CO" dirty="0"/>
            </a:br>
            <a:r>
              <a:rPr lang="es-CO" dirty="0"/>
              <a:t>engranajes</a:t>
            </a:r>
          </a:p>
        </p:txBody>
      </p:sp>
    </p:spTree>
    <p:extLst>
      <p:ext uri="{BB962C8B-B14F-4D97-AF65-F5344CB8AC3E}">
        <p14:creationId xmlns:p14="http://schemas.microsoft.com/office/powerpoint/2010/main" val="2893576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301814" y="1021871"/>
            <a:ext cx="7588370" cy="723900"/>
          </a:xfrm>
        </p:spPr>
        <p:txBody>
          <a:bodyPr>
            <a:normAutofit/>
          </a:bodyPr>
          <a:lstStyle/>
          <a:p>
            <a:r>
              <a:rPr lang="es-CO" dirty="0"/>
              <a:t>Averías en acoples dentados</a:t>
            </a:r>
          </a:p>
        </p:txBody>
      </p:sp>
      <p:sp>
        <p:nvSpPr>
          <p:cNvPr id="3" name="Marcador de contenido 2"/>
          <p:cNvSpPr>
            <a:spLocks noGrp="1"/>
          </p:cNvSpPr>
          <p:nvPr>
            <p:ph idx="4294967295"/>
          </p:nvPr>
        </p:nvSpPr>
        <p:spPr>
          <a:xfrm>
            <a:off x="1367376" y="2269317"/>
            <a:ext cx="9457247" cy="3484562"/>
          </a:xfrm>
        </p:spPr>
        <p:txBody>
          <a:bodyPr>
            <a:normAutofit/>
          </a:bodyPr>
          <a:lstStyle/>
          <a:p>
            <a:pPr marL="0" indent="0" algn="just">
              <a:buNone/>
            </a:pPr>
            <a:r>
              <a:rPr lang="es-CO" sz="2400" dirty="0">
                <a:solidFill>
                  <a:schemeClr val="tx1"/>
                </a:solidFill>
              </a:rPr>
              <a:t>Aunque en los últimos años han aparecido acoplamientos no lubricados, la mayor parte de las </a:t>
            </a:r>
            <a:r>
              <a:rPr lang="es-CO" sz="2400" dirty="0" err="1">
                <a:solidFill>
                  <a:schemeClr val="tx1"/>
                </a:solidFill>
              </a:rPr>
              <a:t>turbomáquinas</a:t>
            </a:r>
            <a:r>
              <a:rPr lang="es-CO" sz="2400" dirty="0">
                <a:solidFill>
                  <a:schemeClr val="tx1"/>
                </a:solidFill>
              </a:rPr>
              <a:t> de procesos químicos y petroquímicos (compresores y turbinas) van equipados con este tipo de acoplamiento que permite una cierta desalineación. Sin embargo, el 75% de los fallos son debidos a una lubricación inadecuada. Los modos de fallos básicamente son desgaste, deformación y rotura. Las causas están ligadas a problemas de diseño, montaje, condiciones de operación y lubricación inadecuada.</a:t>
            </a:r>
          </a:p>
        </p:txBody>
      </p:sp>
    </p:spTree>
    <p:extLst>
      <p:ext uri="{BB962C8B-B14F-4D97-AF65-F5344CB8AC3E}">
        <p14:creationId xmlns:p14="http://schemas.microsoft.com/office/powerpoint/2010/main" val="765139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30630" t="21454" r="34504" b="13579"/>
          <a:stretch/>
        </p:blipFill>
        <p:spPr>
          <a:xfrm>
            <a:off x="466455" y="476352"/>
            <a:ext cx="5905770" cy="6186995"/>
          </a:xfrm>
          <a:prstGeom prst="rect">
            <a:avLst/>
          </a:prstGeom>
        </p:spPr>
      </p:pic>
      <p:sp>
        <p:nvSpPr>
          <p:cNvPr id="5" name="Título 1"/>
          <p:cNvSpPr>
            <a:spLocks noGrp="1"/>
          </p:cNvSpPr>
          <p:nvPr>
            <p:ph type="title" idx="4294967295"/>
          </p:nvPr>
        </p:nvSpPr>
        <p:spPr>
          <a:xfrm>
            <a:off x="6964152" y="2380812"/>
            <a:ext cx="4656137" cy="1189037"/>
          </a:xfrm>
        </p:spPr>
        <p:txBody>
          <a:bodyPr>
            <a:normAutofit fontScale="90000"/>
          </a:bodyPr>
          <a:lstStyle/>
          <a:p>
            <a:r>
              <a:rPr lang="es-CO" dirty="0"/>
              <a:t>Averías en acoples dentados</a:t>
            </a:r>
          </a:p>
        </p:txBody>
      </p:sp>
      <p:sp>
        <p:nvSpPr>
          <p:cNvPr id="2" name="CuadroTexto 1">
            <a:extLst>
              <a:ext uri="{FF2B5EF4-FFF2-40B4-BE49-F238E27FC236}">
                <a16:creationId xmlns:a16="http://schemas.microsoft.com/office/drawing/2014/main" id="{45F4C35B-7CBF-4BFF-8B2C-26C911B0185A}"/>
              </a:ext>
            </a:extLst>
          </p:cNvPr>
          <p:cNvSpPr txBox="1"/>
          <p:nvPr/>
        </p:nvSpPr>
        <p:spPr>
          <a:xfrm>
            <a:off x="7055223" y="4742329"/>
            <a:ext cx="3218330" cy="646331"/>
          </a:xfrm>
          <a:prstGeom prst="rect">
            <a:avLst/>
          </a:prstGeom>
          <a:noFill/>
        </p:spPr>
        <p:txBody>
          <a:bodyPr wrap="square" rtlCol="0">
            <a:spAutoFit/>
          </a:bodyPr>
          <a:lstStyle/>
          <a:p>
            <a:r>
              <a:rPr lang="es-ES" dirty="0"/>
              <a:t>1: evento más probable</a:t>
            </a:r>
          </a:p>
          <a:p>
            <a:r>
              <a:rPr lang="es-ES" dirty="0"/>
              <a:t>5: evento menos probable</a:t>
            </a:r>
          </a:p>
        </p:txBody>
      </p:sp>
    </p:spTree>
    <p:extLst>
      <p:ext uri="{BB962C8B-B14F-4D97-AF65-F5344CB8AC3E}">
        <p14:creationId xmlns:p14="http://schemas.microsoft.com/office/powerpoint/2010/main" val="4148115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294626" y="888372"/>
            <a:ext cx="7599872" cy="647700"/>
          </a:xfrm>
        </p:spPr>
        <p:txBody>
          <a:bodyPr>
            <a:normAutofit/>
          </a:bodyPr>
          <a:lstStyle/>
          <a:p>
            <a:r>
              <a:rPr lang="es-CO" dirty="0"/>
              <a:t>Averías en cierres mecánicos</a:t>
            </a:r>
          </a:p>
        </p:txBody>
      </p:sp>
      <p:sp>
        <p:nvSpPr>
          <p:cNvPr id="3" name="Marcador de contenido 2"/>
          <p:cNvSpPr>
            <a:spLocks noGrp="1"/>
          </p:cNvSpPr>
          <p:nvPr>
            <p:ph idx="4294967295"/>
          </p:nvPr>
        </p:nvSpPr>
        <p:spPr>
          <a:xfrm>
            <a:off x="1079650" y="2014239"/>
            <a:ext cx="10029824" cy="3614737"/>
          </a:xfrm>
        </p:spPr>
        <p:txBody>
          <a:bodyPr>
            <a:normAutofit/>
          </a:bodyPr>
          <a:lstStyle/>
          <a:p>
            <a:pPr marL="0" indent="0" algn="just">
              <a:buNone/>
            </a:pPr>
            <a:r>
              <a:rPr lang="es-CO" sz="2800" dirty="0">
                <a:solidFill>
                  <a:schemeClr val="tx1"/>
                </a:solidFill>
              </a:rPr>
              <a:t>El gasto en mantenimiento de bombas, en refinerías, plantas químicas y petroquímicas, puede representar el 15% del presupuesto total del mantenimiento ordinario. De ellos, la mayor parte del gasto y del número de fallos (34,5%) se presenta en el cierre mecánico. Si tenemos en cuenta el riesgo que, tanto desde el punto de vista de la seguridad como medio-ambiental, supone este tipo de fallos, se entiende la importancia que tiene el evitarlos.</a:t>
            </a:r>
          </a:p>
        </p:txBody>
      </p:sp>
    </p:spTree>
    <p:extLst>
      <p:ext uri="{BB962C8B-B14F-4D97-AF65-F5344CB8AC3E}">
        <p14:creationId xmlns:p14="http://schemas.microsoft.com/office/powerpoint/2010/main" val="3171037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30077" t="13579" r="29523" b="9642"/>
          <a:stretch/>
        </p:blipFill>
        <p:spPr>
          <a:xfrm>
            <a:off x="205186" y="105058"/>
            <a:ext cx="6320062" cy="6752942"/>
          </a:xfrm>
          <a:prstGeom prst="rect">
            <a:avLst/>
          </a:prstGeom>
        </p:spPr>
      </p:pic>
      <p:sp>
        <p:nvSpPr>
          <p:cNvPr id="5" name="Título 1"/>
          <p:cNvSpPr>
            <a:spLocks noGrp="1"/>
          </p:cNvSpPr>
          <p:nvPr>
            <p:ph type="title" idx="4294967295"/>
          </p:nvPr>
        </p:nvSpPr>
        <p:spPr>
          <a:xfrm>
            <a:off x="6920153" y="2548057"/>
            <a:ext cx="4598987" cy="1146175"/>
          </a:xfrm>
        </p:spPr>
        <p:txBody>
          <a:bodyPr>
            <a:normAutofit fontScale="90000"/>
          </a:bodyPr>
          <a:lstStyle/>
          <a:p>
            <a:r>
              <a:rPr lang="es-CO" dirty="0"/>
              <a:t>Averías en cierres mecánicos</a:t>
            </a:r>
          </a:p>
        </p:txBody>
      </p:sp>
      <p:sp>
        <p:nvSpPr>
          <p:cNvPr id="3" name="CuadroTexto 2">
            <a:extLst>
              <a:ext uri="{FF2B5EF4-FFF2-40B4-BE49-F238E27FC236}">
                <a16:creationId xmlns:a16="http://schemas.microsoft.com/office/drawing/2014/main" id="{205BAA19-1C1F-B955-7465-2C11B6241A33}"/>
              </a:ext>
            </a:extLst>
          </p:cNvPr>
          <p:cNvSpPr txBox="1"/>
          <p:nvPr/>
        </p:nvSpPr>
        <p:spPr>
          <a:xfrm>
            <a:off x="7055223" y="4742329"/>
            <a:ext cx="3218330" cy="646331"/>
          </a:xfrm>
          <a:prstGeom prst="rect">
            <a:avLst/>
          </a:prstGeom>
          <a:noFill/>
        </p:spPr>
        <p:txBody>
          <a:bodyPr wrap="square" rtlCol="0">
            <a:spAutoFit/>
          </a:bodyPr>
          <a:lstStyle/>
          <a:p>
            <a:r>
              <a:rPr lang="es-ES" dirty="0"/>
              <a:t>1: evento más probable</a:t>
            </a:r>
          </a:p>
          <a:p>
            <a:r>
              <a:rPr lang="es-ES" dirty="0"/>
              <a:t>5: evento menos probable</a:t>
            </a:r>
          </a:p>
        </p:txBody>
      </p:sp>
    </p:spTree>
    <p:extLst>
      <p:ext uri="{BB962C8B-B14F-4D97-AF65-F5344CB8AC3E}">
        <p14:creationId xmlns:p14="http://schemas.microsoft.com/office/powerpoint/2010/main" val="1674769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32208" y="1306521"/>
            <a:ext cx="11127581" cy="5016758"/>
          </a:xfrm>
          <a:prstGeom prst="rect">
            <a:avLst/>
          </a:prstGeom>
        </p:spPr>
        <p:txBody>
          <a:bodyPr wrap="square">
            <a:spAutoFit/>
          </a:bodyPr>
          <a:lstStyle/>
          <a:p>
            <a:r>
              <a:rPr lang="es-CO" sz="2000" dirty="0">
                <a:latin typeface="Arial" panose="020B0604020202020204" pitchFamily="34" charset="0"/>
              </a:rPr>
              <a:t>En cualquier caso debemos aplicar una metodología o procedimiento sistemático:</a:t>
            </a:r>
          </a:p>
          <a:p>
            <a:r>
              <a:rPr lang="es-CO" sz="2000" dirty="0">
                <a:latin typeface="Arial" panose="020B0604020202020204" pitchFamily="34" charset="0"/>
              </a:rPr>
              <a:t>1. Señales o síntomas de observación directa:</a:t>
            </a:r>
          </a:p>
          <a:p>
            <a:r>
              <a:rPr lang="es-CO" sz="2000" dirty="0">
                <a:latin typeface="Arial" panose="020B0604020202020204" pitchFamily="34" charset="0"/>
              </a:rPr>
              <a:t>-Sobrecalentamiento</a:t>
            </a:r>
          </a:p>
          <a:p>
            <a:r>
              <a:rPr lang="es-CO" sz="2000" dirty="0">
                <a:latin typeface="Arial" panose="020B0604020202020204" pitchFamily="34" charset="0"/>
              </a:rPr>
              <a:t>-Vibración</a:t>
            </a:r>
          </a:p>
          <a:p>
            <a:r>
              <a:rPr lang="es-CO" sz="2000" dirty="0">
                <a:latin typeface="Arial" panose="020B0604020202020204" pitchFamily="34" charset="0"/>
              </a:rPr>
              <a:t>-Ruido</a:t>
            </a:r>
          </a:p>
          <a:p>
            <a:r>
              <a:rPr lang="es-CO" sz="2000" dirty="0">
                <a:latin typeface="Arial" panose="020B0604020202020204" pitchFamily="34" charset="0"/>
              </a:rPr>
              <a:t>-Alta temperatura en cojinetes</a:t>
            </a:r>
          </a:p>
          <a:p>
            <a:r>
              <a:rPr lang="es-CO" sz="2000" dirty="0">
                <a:latin typeface="Arial" panose="020B0604020202020204" pitchFamily="34" charset="0"/>
              </a:rPr>
              <a:t>-Fugas, humo, etc.</a:t>
            </a:r>
          </a:p>
          <a:p>
            <a:r>
              <a:rPr lang="es-CO" sz="2000" dirty="0">
                <a:latin typeface="Arial" panose="020B0604020202020204" pitchFamily="34" charset="0"/>
              </a:rPr>
              <a:t>2. Síntomas de observación indirecta:</a:t>
            </a:r>
          </a:p>
          <a:p>
            <a:r>
              <a:rPr lang="es-CO" sz="2000" dirty="0">
                <a:latin typeface="Arial" panose="020B0604020202020204" pitchFamily="34" charset="0"/>
              </a:rPr>
              <a:t>-Cambios en algún parámetro; Presión, Temperatura, Caudal, Posición, Velocidad, Vibración</a:t>
            </a:r>
          </a:p>
          <a:p>
            <a:r>
              <a:rPr lang="es-CO" sz="2000" dirty="0">
                <a:latin typeface="Arial" panose="020B0604020202020204" pitchFamily="34" charset="0"/>
              </a:rPr>
              <a:t>-Cambios en las prestaciones: Relación de compresión, Relación de temperaturas, Demanda de potencia, Rendimientos</a:t>
            </a:r>
          </a:p>
          <a:p>
            <a:r>
              <a:rPr lang="es-CO" sz="2000" dirty="0">
                <a:latin typeface="Arial" panose="020B0604020202020204" pitchFamily="34" charset="0"/>
              </a:rPr>
              <a:t>3. Listado de posibles causas o hipótesis.</a:t>
            </a:r>
          </a:p>
          <a:p>
            <a:r>
              <a:rPr lang="es-CO" sz="2000" dirty="0">
                <a:latin typeface="Arial" panose="020B0604020202020204" pitchFamily="34" charset="0"/>
              </a:rPr>
              <a:t>4. Analizar la relación entre síntomas y causas.</a:t>
            </a:r>
          </a:p>
          <a:p>
            <a:r>
              <a:rPr lang="es-CO" sz="2000" dirty="0">
                <a:latin typeface="Arial" panose="020B0604020202020204" pitchFamily="34" charset="0"/>
              </a:rPr>
              <a:t>5. Aplicar, si es posible, el orden de probabilidad en la relación síntoma/causa</a:t>
            </a:r>
          </a:p>
          <a:p>
            <a:r>
              <a:rPr lang="es-CO" sz="2000" dirty="0">
                <a:latin typeface="Arial" panose="020B0604020202020204" pitchFamily="34" charset="0"/>
              </a:rPr>
              <a:t>para diagnosticar el fallo.</a:t>
            </a:r>
          </a:p>
          <a:p>
            <a:r>
              <a:rPr lang="es-CO" sz="2000" dirty="0">
                <a:latin typeface="Arial" panose="020B0604020202020204" pitchFamily="34" charset="0"/>
              </a:rPr>
              <a:t>6. Indicar la solución o acción a tomar.</a:t>
            </a:r>
          </a:p>
        </p:txBody>
      </p:sp>
      <p:sp>
        <p:nvSpPr>
          <p:cNvPr id="3" name="1 Título"/>
          <p:cNvSpPr txBox="1">
            <a:spLocks/>
          </p:cNvSpPr>
          <p:nvPr/>
        </p:nvSpPr>
        <p:spPr>
          <a:xfrm>
            <a:off x="1045368" y="561616"/>
            <a:ext cx="10101263" cy="767121"/>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3000" b="1" dirty="0"/>
              <a:t>ANÁLISIS DE AVERÍAS EN MÁQUINAS DE PROCESOS</a:t>
            </a:r>
            <a:endParaRPr lang="es-ES" sz="3000" dirty="0"/>
          </a:p>
        </p:txBody>
      </p:sp>
    </p:spTree>
    <p:extLst>
      <p:ext uri="{BB962C8B-B14F-4D97-AF65-F5344CB8AC3E}">
        <p14:creationId xmlns:p14="http://schemas.microsoft.com/office/powerpoint/2010/main" val="2520730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6806242" y="2561866"/>
            <a:ext cx="5239109" cy="1501775"/>
          </a:xfrm>
        </p:spPr>
        <p:txBody>
          <a:bodyPr>
            <a:noAutofit/>
          </a:bodyPr>
          <a:lstStyle/>
          <a:p>
            <a:r>
              <a:rPr lang="es-ES" sz="3000" b="1" dirty="0"/>
              <a:t>ANÁLISIS DE AVERÍAS EN MÁQUINAS DE PROCESOS</a:t>
            </a:r>
            <a:endParaRPr lang="es-ES" sz="3000"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990" t="11068" r="19271" b="18099"/>
          <a:stretch/>
        </p:blipFill>
        <p:spPr bwMode="auto">
          <a:xfrm>
            <a:off x="429628" y="339630"/>
            <a:ext cx="6145273" cy="636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4991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2642559" y="836853"/>
            <a:ext cx="7113916" cy="635000"/>
          </a:xfrm>
        </p:spPr>
        <p:txBody>
          <a:bodyPr>
            <a:normAutofit/>
          </a:bodyPr>
          <a:lstStyle/>
          <a:p>
            <a:r>
              <a:rPr lang="es-ES" sz="3200" b="1" dirty="0"/>
              <a:t>AVERÍAS EN BOMBAS CENTRÍFUGAS</a:t>
            </a:r>
            <a:endParaRPr lang="es-ES" sz="3200"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604" t="34766" r="28854" b="28125"/>
          <a:stretch/>
        </p:blipFill>
        <p:spPr bwMode="auto">
          <a:xfrm>
            <a:off x="2527836" y="1870704"/>
            <a:ext cx="6192688" cy="42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9875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6158062" y="2354112"/>
            <a:ext cx="5499100" cy="1873250"/>
          </a:xfrm>
        </p:spPr>
        <p:txBody>
          <a:bodyPr>
            <a:noAutofit/>
          </a:bodyPr>
          <a:lstStyle/>
          <a:p>
            <a:r>
              <a:rPr lang="es-ES" sz="3200" b="1" dirty="0"/>
              <a:t>AVERIAS EN BOMBAS </a:t>
            </a:r>
            <a:br>
              <a:rPr lang="es-ES" sz="3200" b="1" dirty="0"/>
            </a:br>
            <a:r>
              <a:rPr lang="es-ES" sz="3200" b="1" dirty="0"/>
              <a:t>CENTRIFUGAS DE PROCESO</a:t>
            </a:r>
            <a:endParaRPr lang="es-ES" sz="3200" dirty="0"/>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354" t="11199" r="27813" b="9765"/>
          <a:stretch/>
        </p:blipFill>
        <p:spPr bwMode="auto">
          <a:xfrm>
            <a:off x="314547" y="110378"/>
            <a:ext cx="5275452" cy="65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2266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229" t="11328" r="25989" b="12429"/>
          <a:stretch/>
        </p:blipFill>
        <p:spPr bwMode="auto">
          <a:xfrm>
            <a:off x="748978" y="244485"/>
            <a:ext cx="4737422" cy="6311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1 Título"/>
          <p:cNvSpPr>
            <a:spLocks noGrp="1"/>
          </p:cNvSpPr>
          <p:nvPr>
            <p:ph type="title" idx="4294967295"/>
          </p:nvPr>
        </p:nvSpPr>
        <p:spPr>
          <a:xfrm>
            <a:off x="6230458" y="2248171"/>
            <a:ext cx="5531235" cy="1871662"/>
          </a:xfrm>
        </p:spPr>
        <p:txBody>
          <a:bodyPr>
            <a:noAutofit/>
          </a:bodyPr>
          <a:lstStyle/>
          <a:p>
            <a:r>
              <a:rPr lang="es-ES" sz="3200" b="1" dirty="0"/>
              <a:t>AVERIAS EN BOMBAS </a:t>
            </a:r>
            <a:br>
              <a:rPr lang="es-ES" sz="3200" b="1" dirty="0"/>
            </a:br>
            <a:r>
              <a:rPr lang="es-ES" sz="3200" b="1" dirty="0"/>
              <a:t>CENTRIFUGAS DE PROCESO</a:t>
            </a:r>
            <a:endParaRPr lang="es-ES" sz="3200" dirty="0"/>
          </a:p>
        </p:txBody>
      </p:sp>
    </p:spTree>
    <p:extLst>
      <p:ext uri="{BB962C8B-B14F-4D97-AF65-F5344CB8AC3E}">
        <p14:creationId xmlns:p14="http://schemas.microsoft.com/office/powerpoint/2010/main" val="3000437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792" t="13933" r="29252" b="5843"/>
          <a:stretch/>
        </p:blipFill>
        <p:spPr bwMode="auto">
          <a:xfrm>
            <a:off x="688955" y="274816"/>
            <a:ext cx="4521400" cy="6314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1 Título"/>
          <p:cNvSpPr>
            <a:spLocks noGrp="1"/>
          </p:cNvSpPr>
          <p:nvPr>
            <p:ph type="title" idx="4294967295"/>
          </p:nvPr>
        </p:nvSpPr>
        <p:spPr>
          <a:xfrm>
            <a:off x="5994041" y="2394819"/>
            <a:ext cx="5470464" cy="1871662"/>
          </a:xfrm>
        </p:spPr>
        <p:txBody>
          <a:bodyPr>
            <a:noAutofit/>
          </a:bodyPr>
          <a:lstStyle/>
          <a:p>
            <a:r>
              <a:rPr lang="es-ES" sz="3200" b="1" dirty="0"/>
              <a:t>AVERIAS EN BOMBAS </a:t>
            </a:r>
            <a:br>
              <a:rPr lang="es-ES" sz="3200" b="1" dirty="0"/>
            </a:br>
            <a:r>
              <a:rPr lang="es-ES" sz="3200" b="1" dirty="0"/>
              <a:t>CENTRIFUGAS DE PROCESO</a:t>
            </a:r>
            <a:endParaRPr lang="es-ES" sz="3200" dirty="0"/>
          </a:p>
        </p:txBody>
      </p:sp>
    </p:spTree>
    <p:extLst>
      <p:ext uri="{BB962C8B-B14F-4D97-AF65-F5344CB8AC3E}">
        <p14:creationId xmlns:p14="http://schemas.microsoft.com/office/powerpoint/2010/main" val="2122687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146" t="31511" r="23021" b="38411"/>
          <a:stretch/>
        </p:blipFill>
        <p:spPr bwMode="auto">
          <a:xfrm>
            <a:off x="1802855" y="2230248"/>
            <a:ext cx="7631712" cy="4006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1 Título"/>
          <p:cNvSpPr>
            <a:spLocks noGrp="1"/>
          </p:cNvSpPr>
          <p:nvPr>
            <p:ph type="title" idx="4294967295"/>
          </p:nvPr>
        </p:nvSpPr>
        <p:spPr>
          <a:xfrm>
            <a:off x="3165894" y="663725"/>
            <a:ext cx="5556250" cy="1489075"/>
          </a:xfrm>
        </p:spPr>
        <p:txBody>
          <a:bodyPr>
            <a:noAutofit/>
          </a:bodyPr>
          <a:lstStyle/>
          <a:p>
            <a:r>
              <a:rPr lang="es-ES" sz="3200" b="1" dirty="0"/>
              <a:t>AVERIAS EN BOMBAS </a:t>
            </a:r>
            <a:br>
              <a:rPr lang="es-ES" sz="3200" b="1" dirty="0"/>
            </a:br>
            <a:r>
              <a:rPr lang="es-ES" sz="3200" b="1" dirty="0"/>
              <a:t>CENTRIFUGAS DE PROCESO</a:t>
            </a:r>
            <a:endParaRPr lang="es-ES" sz="3200" dirty="0"/>
          </a:p>
        </p:txBody>
      </p:sp>
    </p:spTree>
    <p:extLst>
      <p:ext uri="{BB962C8B-B14F-4D97-AF65-F5344CB8AC3E}">
        <p14:creationId xmlns:p14="http://schemas.microsoft.com/office/powerpoint/2010/main" val="1285245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2251495" y="882171"/>
            <a:ext cx="7608888" cy="706438"/>
          </a:xfrm>
        </p:spPr>
        <p:txBody>
          <a:bodyPr>
            <a:normAutofit fontScale="90000"/>
          </a:bodyPr>
          <a:lstStyle/>
          <a:p>
            <a:r>
              <a:rPr lang="es-ES" sz="3200" b="1" dirty="0"/>
              <a:t>AVERÍAS EN COMPRESORES CENTRÍFUGOS</a:t>
            </a:r>
            <a:endParaRPr lang="es-ES" sz="3200" dirty="0"/>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104" t="52083" r="31133" b="23959"/>
          <a:stretch/>
        </p:blipFill>
        <p:spPr bwMode="auto">
          <a:xfrm>
            <a:off x="2388943" y="1937080"/>
            <a:ext cx="7057721" cy="4006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26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idx="4294967295"/>
          </p:nvPr>
        </p:nvSpPr>
        <p:spPr>
          <a:xfrm>
            <a:off x="6247951" y="2487463"/>
            <a:ext cx="5262562" cy="1439863"/>
          </a:xfrm>
        </p:spPr>
        <p:txBody>
          <a:bodyPr>
            <a:normAutofit fontScale="90000"/>
          </a:bodyPr>
          <a:lstStyle/>
          <a:p>
            <a:r>
              <a:rPr lang="es-ES" sz="3200" b="1" dirty="0"/>
              <a:t>AVERÍAS EN COMPRESORES </a:t>
            </a:r>
            <a:br>
              <a:rPr lang="es-ES" sz="3200" b="1" dirty="0"/>
            </a:br>
            <a:r>
              <a:rPr lang="es-ES" sz="3200" b="1" dirty="0"/>
              <a:t>CENTRÍFUGOS</a:t>
            </a:r>
            <a:endParaRPr lang="es-ES" sz="3200" dirty="0"/>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271" t="12760" r="29421" b="13127"/>
          <a:stretch/>
        </p:blipFill>
        <p:spPr bwMode="auto">
          <a:xfrm>
            <a:off x="712565" y="362622"/>
            <a:ext cx="4918163" cy="6296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905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idx="4294967295"/>
          </p:nvPr>
        </p:nvSpPr>
        <p:spPr>
          <a:xfrm>
            <a:off x="5851017" y="2599636"/>
            <a:ext cx="5141912" cy="1439862"/>
          </a:xfrm>
        </p:spPr>
        <p:txBody>
          <a:bodyPr>
            <a:normAutofit fontScale="90000"/>
          </a:bodyPr>
          <a:lstStyle/>
          <a:p>
            <a:r>
              <a:rPr lang="es-ES" sz="3200" b="1" dirty="0"/>
              <a:t>AVERÍAS EN COMPRESORES </a:t>
            </a:r>
            <a:br>
              <a:rPr lang="es-ES" sz="3200" b="1" dirty="0"/>
            </a:br>
            <a:r>
              <a:rPr lang="es-ES" sz="3200" b="1" dirty="0"/>
              <a:t>CENTRÍFUGOS</a:t>
            </a:r>
            <a:endParaRPr lang="es-ES" sz="3200" dirty="0"/>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75" t="12370" r="22709" b="6139"/>
          <a:stretch/>
        </p:blipFill>
        <p:spPr bwMode="auto">
          <a:xfrm>
            <a:off x="664817" y="362622"/>
            <a:ext cx="4355757" cy="62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018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479" t="8985" r="30833" b="8333"/>
          <a:stretch/>
        </p:blipFill>
        <p:spPr bwMode="auto">
          <a:xfrm>
            <a:off x="988349" y="389934"/>
            <a:ext cx="4161621" cy="6159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1 Título"/>
          <p:cNvSpPr>
            <a:spLocks noGrp="1"/>
          </p:cNvSpPr>
          <p:nvPr>
            <p:ph type="title" idx="4294967295"/>
          </p:nvPr>
        </p:nvSpPr>
        <p:spPr>
          <a:xfrm>
            <a:off x="5970828" y="2600385"/>
            <a:ext cx="5091112" cy="1439863"/>
          </a:xfrm>
        </p:spPr>
        <p:txBody>
          <a:bodyPr>
            <a:normAutofit fontScale="90000"/>
          </a:bodyPr>
          <a:lstStyle/>
          <a:p>
            <a:r>
              <a:rPr lang="es-ES" sz="3200" b="1" dirty="0"/>
              <a:t>AVERÍAS EN COMPRESORES </a:t>
            </a:r>
            <a:br>
              <a:rPr lang="es-ES" sz="3200" b="1" dirty="0"/>
            </a:br>
            <a:r>
              <a:rPr lang="es-ES" sz="3200" b="1" dirty="0"/>
              <a:t>CENTRÍFUGOS</a:t>
            </a:r>
            <a:endParaRPr lang="es-ES" sz="3200" dirty="0"/>
          </a:p>
        </p:txBody>
      </p:sp>
    </p:spTree>
    <p:extLst>
      <p:ext uri="{BB962C8B-B14F-4D97-AF65-F5344CB8AC3E}">
        <p14:creationId xmlns:p14="http://schemas.microsoft.com/office/powerpoint/2010/main" val="1994001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74" t="32813" r="22307" b="21686"/>
          <a:stretch/>
        </p:blipFill>
        <p:spPr bwMode="auto">
          <a:xfrm>
            <a:off x="524689" y="880935"/>
            <a:ext cx="6828511" cy="542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1 Título"/>
          <p:cNvSpPr>
            <a:spLocks noGrp="1"/>
          </p:cNvSpPr>
          <p:nvPr>
            <p:ph type="title" idx="4294967295"/>
          </p:nvPr>
        </p:nvSpPr>
        <p:spPr>
          <a:xfrm>
            <a:off x="7764133" y="2720915"/>
            <a:ext cx="3726252" cy="1439863"/>
          </a:xfrm>
        </p:spPr>
        <p:txBody>
          <a:bodyPr>
            <a:normAutofit fontScale="90000"/>
          </a:bodyPr>
          <a:lstStyle/>
          <a:p>
            <a:r>
              <a:rPr lang="es-ES" sz="3200" b="1" dirty="0"/>
              <a:t>AVERÍAS EN COMPRESORES </a:t>
            </a:r>
            <a:br>
              <a:rPr lang="es-ES" sz="3200" b="1" dirty="0"/>
            </a:br>
            <a:r>
              <a:rPr lang="es-ES" sz="3200" b="1" dirty="0"/>
              <a:t>CENTRÍFUGOS</a:t>
            </a:r>
            <a:endParaRPr lang="es-ES" sz="3200" dirty="0"/>
          </a:p>
        </p:txBody>
      </p:sp>
    </p:spTree>
    <p:extLst>
      <p:ext uri="{BB962C8B-B14F-4D97-AF65-F5344CB8AC3E}">
        <p14:creationId xmlns:p14="http://schemas.microsoft.com/office/powerpoint/2010/main" val="1833471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351585" y="1052736"/>
            <a:ext cx="8507457" cy="584775"/>
          </a:xfrm>
          <a:prstGeom prst="rect">
            <a:avLst/>
          </a:prstGeom>
        </p:spPr>
        <p:txBody>
          <a:bodyPr wrap="none">
            <a:spAutoFit/>
          </a:bodyPr>
          <a:lstStyle/>
          <a:p>
            <a:r>
              <a:rPr lang="es-ES" sz="3200" b="1" dirty="0"/>
              <a:t>AVERÍAS EN COMPRESORES ALTERNATIVOS</a:t>
            </a:r>
            <a:endParaRPr lang="es-ES" sz="3200" dirty="0"/>
          </a:p>
        </p:txBody>
      </p:sp>
      <p:pic>
        <p:nvPicPr>
          <p:cNvPr id="133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104" t="45963" r="31514" b="27019"/>
          <a:stretch/>
        </p:blipFill>
        <p:spPr bwMode="auto">
          <a:xfrm>
            <a:off x="2833121" y="2060847"/>
            <a:ext cx="6143144" cy="397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0519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646" t="10937" r="24729" b="15304"/>
          <a:stretch/>
        </p:blipFill>
        <p:spPr bwMode="auto">
          <a:xfrm>
            <a:off x="760599" y="503280"/>
            <a:ext cx="4601096" cy="582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5796795" y="2504519"/>
            <a:ext cx="5883371" cy="1077218"/>
          </a:xfrm>
          <a:prstGeom prst="rect">
            <a:avLst/>
          </a:prstGeom>
        </p:spPr>
        <p:txBody>
          <a:bodyPr wrap="square">
            <a:spAutoFit/>
          </a:bodyPr>
          <a:lstStyle/>
          <a:p>
            <a:pPr algn="ctr"/>
            <a:r>
              <a:rPr lang="es-ES" sz="3200" b="1" dirty="0"/>
              <a:t>AVERÍAS EN COMPRESORES </a:t>
            </a:r>
          </a:p>
          <a:p>
            <a:pPr algn="ctr"/>
            <a:r>
              <a:rPr lang="es-ES" sz="3200" b="1" dirty="0"/>
              <a:t>ALTERNATIVOS</a:t>
            </a:r>
            <a:endParaRPr lang="es-ES" sz="3200" dirty="0"/>
          </a:p>
        </p:txBody>
      </p:sp>
    </p:spTree>
    <p:extLst>
      <p:ext uri="{BB962C8B-B14F-4D97-AF65-F5344CB8AC3E}">
        <p14:creationId xmlns:p14="http://schemas.microsoft.com/office/powerpoint/2010/main" val="3306837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459" t="14974" r="27095" b="27147"/>
          <a:stretch/>
        </p:blipFill>
        <p:spPr bwMode="auto">
          <a:xfrm>
            <a:off x="668342" y="385505"/>
            <a:ext cx="6474330" cy="6454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7494293" y="2330592"/>
            <a:ext cx="4090982" cy="1569660"/>
          </a:xfrm>
          <a:prstGeom prst="rect">
            <a:avLst/>
          </a:prstGeom>
        </p:spPr>
        <p:txBody>
          <a:bodyPr wrap="square">
            <a:spAutoFit/>
          </a:bodyPr>
          <a:lstStyle/>
          <a:p>
            <a:pPr algn="ctr"/>
            <a:r>
              <a:rPr lang="es-ES" sz="3200" b="1" dirty="0"/>
              <a:t>AVERÍAS EN </a:t>
            </a:r>
          </a:p>
          <a:p>
            <a:pPr algn="ctr"/>
            <a:r>
              <a:rPr lang="es-ES" sz="3200" b="1" dirty="0"/>
              <a:t>COMPRESORES </a:t>
            </a:r>
          </a:p>
          <a:p>
            <a:pPr algn="ctr"/>
            <a:r>
              <a:rPr lang="es-ES" sz="3200" b="1" dirty="0"/>
              <a:t>ALTERNATIVOS</a:t>
            </a:r>
            <a:endParaRPr lang="es-ES" sz="3200" dirty="0"/>
          </a:p>
        </p:txBody>
      </p:sp>
    </p:spTree>
    <p:extLst>
      <p:ext uri="{BB962C8B-B14F-4D97-AF65-F5344CB8AC3E}">
        <p14:creationId xmlns:p14="http://schemas.microsoft.com/office/powerpoint/2010/main" val="2052951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143672" y="652561"/>
            <a:ext cx="5814392" cy="1569660"/>
          </a:xfrm>
          <a:prstGeom prst="rect">
            <a:avLst/>
          </a:prstGeom>
        </p:spPr>
        <p:txBody>
          <a:bodyPr wrap="square">
            <a:spAutoFit/>
          </a:bodyPr>
          <a:lstStyle/>
          <a:p>
            <a:pPr algn="ctr"/>
            <a:r>
              <a:rPr lang="es-ES" sz="3200" b="1" dirty="0"/>
              <a:t>AVERÍAS EN MOTORES DE COMBUSTIÓN INTERNA ALTERNATIVOS</a:t>
            </a:r>
            <a:endParaRPr lang="es-ES" sz="3200" dirty="0"/>
          </a:p>
        </p:txBody>
      </p:sp>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188" t="37630" r="27174" b="27596"/>
          <a:stretch/>
        </p:blipFill>
        <p:spPr bwMode="auto">
          <a:xfrm>
            <a:off x="3033368" y="2361518"/>
            <a:ext cx="5705190" cy="3905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3581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542" t="16146" r="26460" b="19467"/>
          <a:stretch/>
        </p:blipFill>
        <p:spPr bwMode="auto">
          <a:xfrm>
            <a:off x="1329579" y="478702"/>
            <a:ext cx="5616624" cy="5786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7248128" y="2420888"/>
            <a:ext cx="3528392" cy="2554545"/>
          </a:xfrm>
          <a:prstGeom prst="rect">
            <a:avLst/>
          </a:prstGeom>
        </p:spPr>
        <p:txBody>
          <a:bodyPr wrap="square">
            <a:spAutoFit/>
          </a:bodyPr>
          <a:lstStyle/>
          <a:p>
            <a:pPr algn="ctr"/>
            <a:r>
              <a:rPr lang="es-ES" sz="3200" b="1" dirty="0"/>
              <a:t>AVERÍAS EN MOTORES DE </a:t>
            </a:r>
          </a:p>
          <a:p>
            <a:pPr algn="ctr"/>
            <a:r>
              <a:rPr lang="es-ES" sz="3200" b="1" dirty="0"/>
              <a:t>COMBUSTIÓN </a:t>
            </a:r>
          </a:p>
          <a:p>
            <a:pPr algn="ctr"/>
            <a:r>
              <a:rPr lang="es-ES" sz="3200" b="1" dirty="0"/>
              <a:t>INTERNA </a:t>
            </a:r>
          </a:p>
          <a:p>
            <a:pPr algn="ctr"/>
            <a:r>
              <a:rPr lang="es-ES" sz="3200" b="1" dirty="0"/>
              <a:t>ALTERNATIVOS</a:t>
            </a:r>
            <a:endParaRPr lang="es-ES" sz="3200" dirty="0"/>
          </a:p>
        </p:txBody>
      </p:sp>
    </p:spTree>
    <p:extLst>
      <p:ext uri="{BB962C8B-B14F-4D97-AF65-F5344CB8AC3E}">
        <p14:creationId xmlns:p14="http://schemas.microsoft.com/office/powerpoint/2010/main" val="2456916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125" t="9114" r="21505" b="9699"/>
          <a:stretch/>
        </p:blipFill>
        <p:spPr bwMode="auto">
          <a:xfrm>
            <a:off x="1631504" y="915592"/>
            <a:ext cx="4608512" cy="594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6744072" y="2204865"/>
            <a:ext cx="3528392" cy="2554545"/>
          </a:xfrm>
          <a:prstGeom prst="rect">
            <a:avLst/>
          </a:prstGeom>
        </p:spPr>
        <p:txBody>
          <a:bodyPr wrap="square">
            <a:spAutoFit/>
          </a:bodyPr>
          <a:lstStyle/>
          <a:p>
            <a:pPr algn="ctr"/>
            <a:r>
              <a:rPr lang="es-ES" sz="3200" b="1" dirty="0"/>
              <a:t>AVERÍAS EN MOTORES DE </a:t>
            </a:r>
          </a:p>
          <a:p>
            <a:pPr algn="ctr"/>
            <a:r>
              <a:rPr lang="es-ES" sz="3200" b="1" dirty="0"/>
              <a:t>COMBUSTIÓN </a:t>
            </a:r>
          </a:p>
          <a:p>
            <a:pPr algn="ctr"/>
            <a:r>
              <a:rPr lang="es-ES" sz="3200" b="1" dirty="0"/>
              <a:t>INTERNA </a:t>
            </a:r>
          </a:p>
          <a:p>
            <a:pPr algn="ctr"/>
            <a:r>
              <a:rPr lang="es-ES" sz="3200" b="1" dirty="0"/>
              <a:t>ALTERNATIVOS</a:t>
            </a:r>
            <a:endParaRPr lang="es-ES" sz="3200" dirty="0"/>
          </a:p>
        </p:txBody>
      </p:sp>
    </p:spTree>
    <p:extLst>
      <p:ext uri="{BB962C8B-B14F-4D97-AF65-F5344CB8AC3E}">
        <p14:creationId xmlns:p14="http://schemas.microsoft.com/office/powerpoint/2010/main" val="632316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7392144" y="2420887"/>
            <a:ext cx="3528392" cy="2554545"/>
          </a:xfrm>
          <a:prstGeom prst="rect">
            <a:avLst/>
          </a:prstGeom>
        </p:spPr>
        <p:txBody>
          <a:bodyPr wrap="square">
            <a:spAutoFit/>
          </a:bodyPr>
          <a:lstStyle/>
          <a:p>
            <a:pPr algn="ctr"/>
            <a:r>
              <a:rPr lang="es-ES" sz="3200" b="1" dirty="0"/>
              <a:t>AVERÍAS EN MOTORES DE </a:t>
            </a:r>
          </a:p>
          <a:p>
            <a:pPr algn="ctr"/>
            <a:r>
              <a:rPr lang="es-ES" sz="3200" b="1" dirty="0"/>
              <a:t>COMBUSTIÓN </a:t>
            </a:r>
          </a:p>
          <a:p>
            <a:pPr algn="ctr"/>
            <a:r>
              <a:rPr lang="es-ES" sz="3200" b="1" dirty="0"/>
              <a:t>INTERNA </a:t>
            </a:r>
          </a:p>
          <a:p>
            <a:pPr algn="ctr"/>
            <a:r>
              <a:rPr lang="es-ES" sz="3200" b="1" dirty="0"/>
              <a:t>ALTERNATIVOS</a:t>
            </a:r>
            <a:endParaRPr lang="es-ES" sz="3200" dirty="0"/>
          </a:p>
        </p:txBody>
      </p:sp>
      <p:pic>
        <p:nvPicPr>
          <p:cNvPr id="1945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904" t="35973" r="24904" b="31930"/>
          <a:stretch/>
        </p:blipFill>
        <p:spPr bwMode="auto">
          <a:xfrm>
            <a:off x="872380" y="2038128"/>
            <a:ext cx="6119440" cy="313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9759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224932" y="1052737"/>
            <a:ext cx="6587060" cy="584775"/>
          </a:xfrm>
          <a:prstGeom prst="rect">
            <a:avLst/>
          </a:prstGeom>
        </p:spPr>
        <p:txBody>
          <a:bodyPr wrap="none">
            <a:spAutoFit/>
          </a:bodyPr>
          <a:lstStyle/>
          <a:p>
            <a:r>
              <a:rPr lang="es-ES" sz="3200" b="1" dirty="0"/>
              <a:t>AVERÍAS EN TURBINAS DE VAPOR</a:t>
            </a:r>
            <a:endParaRPr lang="es-ES" sz="3200" dirty="0"/>
          </a:p>
        </p:txBody>
      </p:sp>
      <p:pic>
        <p:nvPicPr>
          <p:cNvPr id="2048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458" t="42187" r="36581" b="28907"/>
          <a:stretch/>
        </p:blipFill>
        <p:spPr bwMode="auto">
          <a:xfrm>
            <a:off x="3416061" y="1962962"/>
            <a:ext cx="5696929" cy="412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8611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896" t="15625" r="22547" b="12521"/>
          <a:stretch/>
        </p:blipFill>
        <p:spPr bwMode="auto">
          <a:xfrm>
            <a:off x="898259" y="644298"/>
            <a:ext cx="5798120" cy="5784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8232319" y="2637807"/>
            <a:ext cx="2605200" cy="1569660"/>
          </a:xfrm>
          <a:prstGeom prst="rect">
            <a:avLst/>
          </a:prstGeom>
        </p:spPr>
        <p:txBody>
          <a:bodyPr wrap="none">
            <a:spAutoFit/>
          </a:bodyPr>
          <a:lstStyle/>
          <a:p>
            <a:pPr algn="ctr"/>
            <a:r>
              <a:rPr lang="es-ES" sz="3200" b="1" dirty="0"/>
              <a:t>AVERÍAS EN </a:t>
            </a:r>
          </a:p>
          <a:p>
            <a:pPr algn="ctr"/>
            <a:r>
              <a:rPr lang="es-ES" sz="3200" b="1" dirty="0"/>
              <a:t>TURBINAS </a:t>
            </a:r>
          </a:p>
          <a:p>
            <a:pPr algn="ctr"/>
            <a:r>
              <a:rPr lang="es-ES" sz="3200" b="1" dirty="0"/>
              <a:t>DE VAPOR</a:t>
            </a:r>
            <a:endParaRPr lang="es-ES" sz="3200" dirty="0"/>
          </a:p>
        </p:txBody>
      </p:sp>
    </p:spTree>
    <p:extLst>
      <p:ext uri="{BB962C8B-B14F-4D97-AF65-F5344CB8AC3E}">
        <p14:creationId xmlns:p14="http://schemas.microsoft.com/office/powerpoint/2010/main" val="2649711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896" t="18490" r="28620" b="11652"/>
          <a:stretch/>
        </p:blipFill>
        <p:spPr bwMode="auto">
          <a:xfrm>
            <a:off x="1019028" y="615421"/>
            <a:ext cx="5667300" cy="5905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7930394" y="2327256"/>
            <a:ext cx="2605200" cy="1569660"/>
          </a:xfrm>
          <a:prstGeom prst="rect">
            <a:avLst/>
          </a:prstGeom>
        </p:spPr>
        <p:txBody>
          <a:bodyPr wrap="none">
            <a:spAutoFit/>
          </a:bodyPr>
          <a:lstStyle/>
          <a:p>
            <a:pPr algn="ctr"/>
            <a:r>
              <a:rPr lang="es-ES" sz="3200" b="1" dirty="0"/>
              <a:t>AVERÍAS EN </a:t>
            </a:r>
          </a:p>
          <a:p>
            <a:pPr algn="ctr"/>
            <a:r>
              <a:rPr lang="es-ES" sz="3200" b="1" dirty="0"/>
              <a:t>TURBINAS </a:t>
            </a:r>
          </a:p>
          <a:p>
            <a:pPr algn="ctr"/>
            <a:r>
              <a:rPr lang="es-ES" sz="3200" b="1" dirty="0"/>
              <a:t>DE VAPOR</a:t>
            </a:r>
            <a:endParaRPr lang="es-ES" sz="3200" dirty="0"/>
          </a:p>
        </p:txBody>
      </p:sp>
    </p:spTree>
    <p:extLst>
      <p:ext uri="{BB962C8B-B14F-4D97-AF65-F5344CB8AC3E}">
        <p14:creationId xmlns:p14="http://schemas.microsoft.com/office/powerpoint/2010/main" val="2614633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937" t="23958" r="23278" b="22034"/>
          <a:stretch/>
        </p:blipFill>
        <p:spPr bwMode="auto">
          <a:xfrm>
            <a:off x="1631504" y="1052736"/>
            <a:ext cx="5581972" cy="5267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7740613" y="2327256"/>
            <a:ext cx="2605200" cy="1569660"/>
          </a:xfrm>
          <a:prstGeom prst="rect">
            <a:avLst/>
          </a:prstGeom>
        </p:spPr>
        <p:txBody>
          <a:bodyPr wrap="none">
            <a:spAutoFit/>
          </a:bodyPr>
          <a:lstStyle/>
          <a:p>
            <a:pPr algn="ctr"/>
            <a:r>
              <a:rPr lang="es-ES" sz="3200" b="1" dirty="0"/>
              <a:t>AVERÍAS EN </a:t>
            </a:r>
          </a:p>
          <a:p>
            <a:pPr algn="ctr"/>
            <a:r>
              <a:rPr lang="es-ES" sz="3200" b="1" dirty="0"/>
              <a:t>TURBINAS </a:t>
            </a:r>
          </a:p>
          <a:p>
            <a:pPr algn="ctr"/>
            <a:r>
              <a:rPr lang="es-ES" sz="3200" b="1" dirty="0"/>
              <a:t>DE VAPOR</a:t>
            </a:r>
            <a:endParaRPr lang="es-ES" sz="3200" dirty="0"/>
          </a:p>
        </p:txBody>
      </p:sp>
    </p:spTree>
    <p:extLst>
      <p:ext uri="{BB962C8B-B14F-4D97-AF65-F5344CB8AC3E}">
        <p14:creationId xmlns:p14="http://schemas.microsoft.com/office/powerpoint/2010/main" val="1302386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7092541" y="2550388"/>
            <a:ext cx="2605200" cy="1569660"/>
          </a:xfrm>
          <a:prstGeom prst="rect">
            <a:avLst/>
          </a:prstGeom>
        </p:spPr>
        <p:txBody>
          <a:bodyPr wrap="none">
            <a:spAutoFit/>
          </a:bodyPr>
          <a:lstStyle/>
          <a:p>
            <a:pPr algn="ctr"/>
            <a:r>
              <a:rPr lang="es-ES" sz="3200" b="1" dirty="0"/>
              <a:t>AVERÍAS EN </a:t>
            </a:r>
          </a:p>
          <a:p>
            <a:pPr algn="ctr"/>
            <a:r>
              <a:rPr lang="es-ES" sz="3200" b="1" dirty="0"/>
              <a:t>TURBINAS </a:t>
            </a:r>
          </a:p>
          <a:p>
            <a:pPr algn="ctr"/>
            <a:r>
              <a:rPr lang="es-ES" sz="3200" b="1" dirty="0"/>
              <a:t>DE GAS</a:t>
            </a:r>
            <a:endParaRPr lang="es-ES" sz="3200" dirty="0"/>
          </a:p>
        </p:txBody>
      </p:sp>
      <p:pic>
        <p:nvPicPr>
          <p:cNvPr id="2457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87" t="14063" r="30706" b="7485"/>
          <a:stretch/>
        </p:blipFill>
        <p:spPr bwMode="auto">
          <a:xfrm>
            <a:off x="1826196" y="937202"/>
            <a:ext cx="4821220" cy="5880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7779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833" t="48307" r="25467" b="20521"/>
          <a:stretch/>
        </p:blipFill>
        <p:spPr bwMode="auto">
          <a:xfrm>
            <a:off x="1919536" y="1988840"/>
            <a:ext cx="5327848" cy="30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7596597" y="2550388"/>
            <a:ext cx="2605200" cy="1569660"/>
          </a:xfrm>
          <a:prstGeom prst="rect">
            <a:avLst/>
          </a:prstGeom>
        </p:spPr>
        <p:txBody>
          <a:bodyPr wrap="none">
            <a:spAutoFit/>
          </a:bodyPr>
          <a:lstStyle/>
          <a:p>
            <a:pPr algn="ctr"/>
            <a:r>
              <a:rPr lang="es-ES" sz="3200" b="1" dirty="0"/>
              <a:t>AVERÍAS EN </a:t>
            </a:r>
          </a:p>
          <a:p>
            <a:pPr algn="ctr"/>
            <a:r>
              <a:rPr lang="es-ES" sz="3200" b="1" dirty="0"/>
              <a:t>TURBINAS </a:t>
            </a:r>
          </a:p>
          <a:p>
            <a:pPr algn="ctr"/>
            <a:r>
              <a:rPr lang="es-ES" sz="3200" b="1" dirty="0"/>
              <a:t>DE GAS</a:t>
            </a:r>
            <a:endParaRPr lang="es-ES" sz="3200" dirty="0"/>
          </a:p>
        </p:txBody>
      </p:sp>
    </p:spTree>
    <p:extLst>
      <p:ext uri="{BB962C8B-B14F-4D97-AF65-F5344CB8AC3E}">
        <p14:creationId xmlns:p14="http://schemas.microsoft.com/office/powerpoint/2010/main" val="64782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722320" y="503402"/>
            <a:ext cx="6747360" cy="523220"/>
          </a:xfrm>
          <a:prstGeom prst="rect">
            <a:avLst/>
          </a:prstGeom>
        </p:spPr>
        <p:txBody>
          <a:bodyPr wrap="none">
            <a:spAutoFit/>
          </a:bodyPr>
          <a:lstStyle/>
          <a:p>
            <a:r>
              <a:rPr lang="es-ES" sz="2800" b="1" dirty="0"/>
              <a:t>MECANISMOS Y MODOS DE DESGASTE</a:t>
            </a:r>
            <a:endParaRPr lang="es-ES" sz="2800" dirty="0"/>
          </a:p>
        </p:txBody>
      </p:sp>
      <p:sp>
        <p:nvSpPr>
          <p:cNvPr id="3" name="2 Rectángulo"/>
          <p:cNvSpPr/>
          <p:nvPr/>
        </p:nvSpPr>
        <p:spPr>
          <a:xfrm>
            <a:off x="1016207" y="1337840"/>
            <a:ext cx="10277475" cy="4493538"/>
          </a:xfrm>
          <a:prstGeom prst="rect">
            <a:avLst/>
          </a:prstGeom>
        </p:spPr>
        <p:txBody>
          <a:bodyPr wrap="square">
            <a:spAutoFit/>
          </a:bodyPr>
          <a:lstStyle/>
          <a:p>
            <a:pPr algn="just"/>
            <a:r>
              <a:rPr lang="es-ES" sz="2200" dirty="0"/>
              <a:t>Sorprende descubrir que aproximadamente el 70% de las causas de fallo en máquinas es debido a la degradación superficial de sus componentes, fenómeno habitualmente conocido como desgaste.</a:t>
            </a:r>
          </a:p>
          <a:p>
            <a:r>
              <a:rPr lang="es-ES" sz="2200" dirty="0"/>
              <a:t>El desgaste es una pérdida progresiva de material, resultante de la interacción mecánica (fricción) de dos superficies en movimiento relativo.</a:t>
            </a:r>
          </a:p>
          <a:p>
            <a:pPr algn="just"/>
            <a:r>
              <a:rPr lang="es-ES" sz="2200" dirty="0"/>
              <a:t>Una máquina no puede operarse en condiciones de fricción seca, pues aunque los acabados superficiales fuesen inmejorables, la degradación superficial sería tan rápida y severa que prácticamente no llegaría a funcionar.</a:t>
            </a:r>
          </a:p>
          <a:p>
            <a:pPr algn="just"/>
            <a:r>
              <a:rPr lang="es-ES" sz="2200" dirty="0"/>
              <a:t>La introducción del lubricante reduce sustancialmente el coeficiente de fricción, mejorando la situación de degradación de las superficies que aparece en la fricción seca, pero no supone la desaparición total del desgaste.</a:t>
            </a:r>
          </a:p>
        </p:txBody>
      </p:sp>
    </p:spTree>
    <p:extLst>
      <p:ext uri="{BB962C8B-B14F-4D97-AF65-F5344CB8AC3E}">
        <p14:creationId xmlns:p14="http://schemas.microsoft.com/office/powerpoint/2010/main" val="14617590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017440" y="1340768"/>
            <a:ext cx="8424936" cy="3970318"/>
          </a:xfrm>
          <a:prstGeom prst="rect">
            <a:avLst/>
          </a:prstGeom>
        </p:spPr>
        <p:txBody>
          <a:bodyPr wrap="square">
            <a:spAutoFit/>
          </a:bodyPr>
          <a:lstStyle/>
          <a:p>
            <a:r>
              <a:rPr lang="es-ES" sz="2800" dirty="0"/>
              <a:t>Se pueden distinguir los siguientes </a:t>
            </a:r>
            <a:r>
              <a:rPr lang="es-ES" sz="2800" b="1" dirty="0"/>
              <a:t>mecanismos de desgaste</a:t>
            </a:r>
            <a:r>
              <a:rPr lang="es-ES" sz="2800" dirty="0"/>
              <a:t>:</a:t>
            </a:r>
          </a:p>
          <a:p>
            <a:r>
              <a:rPr lang="es-ES" sz="2800" dirty="0"/>
              <a:t>- Adhesión</a:t>
            </a:r>
          </a:p>
          <a:p>
            <a:r>
              <a:rPr lang="es-ES" sz="2800" dirty="0"/>
              <a:t>- Abrasión</a:t>
            </a:r>
          </a:p>
          <a:p>
            <a:r>
              <a:rPr lang="es-ES" sz="2800" dirty="0"/>
              <a:t>- Erosión</a:t>
            </a:r>
          </a:p>
          <a:p>
            <a:r>
              <a:rPr lang="es-ES" sz="2800" dirty="0"/>
              <a:t>- Fatiga</a:t>
            </a:r>
          </a:p>
          <a:p>
            <a:r>
              <a:rPr lang="es-ES" sz="2800" dirty="0"/>
              <a:t>- Corrosión</a:t>
            </a:r>
          </a:p>
          <a:p>
            <a:r>
              <a:rPr lang="es-ES" sz="2800" dirty="0"/>
              <a:t>- Cavitación</a:t>
            </a:r>
          </a:p>
          <a:p>
            <a:r>
              <a:rPr lang="es-ES" sz="2800" dirty="0"/>
              <a:t>- Ludimiento o desgaste por vibración.</a:t>
            </a:r>
          </a:p>
        </p:txBody>
      </p:sp>
    </p:spTree>
    <p:extLst>
      <p:ext uri="{BB962C8B-B14F-4D97-AF65-F5344CB8AC3E}">
        <p14:creationId xmlns:p14="http://schemas.microsoft.com/office/powerpoint/2010/main" val="2630993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949376" y="1412777"/>
            <a:ext cx="8652488" cy="3970318"/>
          </a:xfrm>
          <a:prstGeom prst="rect">
            <a:avLst/>
          </a:prstGeom>
        </p:spPr>
        <p:txBody>
          <a:bodyPr wrap="square">
            <a:spAutoFit/>
          </a:bodyPr>
          <a:lstStyle/>
          <a:p>
            <a:r>
              <a:rPr lang="es-ES" sz="2800" dirty="0"/>
              <a:t>Los mecanismos de desgaste son el origen del mismo. Las consecuencias o efectos que estos mecanismos producen sobre las superficies son los </a:t>
            </a:r>
            <a:r>
              <a:rPr lang="es-ES" sz="2800" b="1" dirty="0"/>
              <a:t>modos de desgaste</a:t>
            </a:r>
            <a:r>
              <a:rPr lang="es-ES" sz="2800" dirty="0"/>
              <a:t>:</a:t>
            </a:r>
          </a:p>
          <a:p>
            <a:r>
              <a:rPr lang="es-ES" sz="2800" dirty="0"/>
              <a:t>- Desgaste normal</a:t>
            </a:r>
          </a:p>
          <a:p>
            <a:r>
              <a:rPr lang="es-ES" sz="2800" dirty="0"/>
              <a:t>- Desgaste severo</a:t>
            </a:r>
          </a:p>
          <a:p>
            <a:r>
              <a:rPr lang="es-ES" sz="2800" dirty="0"/>
              <a:t>- Picadura (</a:t>
            </a:r>
            <a:r>
              <a:rPr lang="es-ES" sz="2800" dirty="0" err="1"/>
              <a:t>Pitting</a:t>
            </a:r>
            <a:r>
              <a:rPr lang="es-ES" sz="2800" dirty="0"/>
              <a:t>)</a:t>
            </a:r>
          </a:p>
          <a:p>
            <a:r>
              <a:rPr lang="es-ES" sz="2800" dirty="0"/>
              <a:t>- Gripado (</a:t>
            </a:r>
            <a:r>
              <a:rPr lang="es-ES" sz="2800" dirty="0" err="1"/>
              <a:t>Scuffing</a:t>
            </a:r>
            <a:r>
              <a:rPr lang="es-ES" sz="2800" dirty="0"/>
              <a:t>)</a:t>
            </a:r>
          </a:p>
          <a:p>
            <a:r>
              <a:rPr lang="es-ES" sz="2800" dirty="0"/>
              <a:t>- Rayado en distintos grados (</a:t>
            </a:r>
            <a:r>
              <a:rPr lang="es-ES" sz="2800" dirty="0" err="1"/>
              <a:t>Scoring</a:t>
            </a:r>
            <a:r>
              <a:rPr lang="es-ES" sz="2800" dirty="0"/>
              <a:t>, </a:t>
            </a:r>
            <a:r>
              <a:rPr lang="es-ES" sz="2800" dirty="0" err="1"/>
              <a:t>Gouging</a:t>
            </a:r>
            <a:r>
              <a:rPr lang="es-ES" sz="2800" dirty="0"/>
              <a:t>)</a:t>
            </a:r>
          </a:p>
        </p:txBody>
      </p:sp>
    </p:spTree>
    <p:extLst>
      <p:ext uri="{BB962C8B-B14F-4D97-AF65-F5344CB8AC3E}">
        <p14:creationId xmlns:p14="http://schemas.microsoft.com/office/powerpoint/2010/main" val="14572288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238250" y="905189"/>
            <a:ext cx="9715500" cy="5262979"/>
          </a:xfrm>
          <a:prstGeom prst="rect">
            <a:avLst/>
          </a:prstGeom>
        </p:spPr>
        <p:txBody>
          <a:bodyPr wrap="square">
            <a:spAutoFit/>
          </a:bodyPr>
          <a:lstStyle/>
          <a:p>
            <a:pPr algn="just"/>
            <a:r>
              <a:rPr lang="es-ES" sz="2400" dirty="0"/>
              <a:t>- En el desgaste adhesivo la adhesión de las dos superficies en contacto es superior a la que hay entre las capas superficiales del propio material. Se produce así un progresivo arranque de material.</a:t>
            </a:r>
          </a:p>
          <a:p>
            <a:pPr algn="just"/>
            <a:r>
              <a:rPr lang="es-ES" sz="2400" dirty="0"/>
              <a:t>- En el desgaste abrasivo, partículas extra duras presentes entre las dos superficies en contacto abren surcos y arrancan material de una o de las dos superficies.</a:t>
            </a:r>
          </a:p>
          <a:p>
            <a:pPr algn="just"/>
            <a:r>
              <a:rPr lang="es-ES" sz="2400" dirty="0"/>
              <a:t>- El desgaste erosivo es causado por corriente de líquido a alta velocidad conteniendo partículas abrasivas.</a:t>
            </a:r>
          </a:p>
          <a:p>
            <a:pPr algn="just"/>
            <a:r>
              <a:rPr lang="es-ES" sz="2400" dirty="0"/>
              <a:t>- La fatiga superficial es el resultado de elevadas tensiones o compresiones en los puntos o líneas de contacto. Estas tensiones elevadas y repetitivas en las mismas áreas produce fisuras superficiales que eventualmente se propagan originando partículas que se desprenden de la superficie.</a:t>
            </a:r>
          </a:p>
        </p:txBody>
      </p:sp>
    </p:spTree>
    <p:extLst>
      <p:ext uri="{BB962C8B-B14F-4D97-AF65-F5344CB8AC3E}">
        <p14:creationId xmlns:p14="http://schemas.microsoft.com/office/powerpoint/2010/main" val="2712293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314809" y="1358676"/>
            <a:ext cx="9562381" cy="3416320"/>
          </a:xfrm>
          <a:prstGeom prst="rect">
            <a:avLst/>
          </a:prstGeom>
        </p:spPr>
        <p:txBody>
          <a:bodyPr wrap="square">
            <a:spAutoFit/>
          </a:bodyPr>
          <a:lstStyle/>
          <a:p>
            <a:pPr algn="just"/>
            <a:r>
              <a:rPr lang="es-ES" sz="2400" dirty="0"/>
              <a:t>- La corrosión está presente siempre que hay un ataque de la superficie metálica con pérdida de metal, ya sea por oxidación o ataque químico.</a:t>
            </a:r>
          </a:p>
          <a:p>
            <a:pPr algn="just"/>
            <a:r>
              <a:rPr lang="es-ES" sz="2400" dirty="0"/>
              <a:t>- La cavitación ocurre en líquidos fuertemente agitados en los que la turbulencia e implosión de burbujas causa pérdidas de la película de metal superficial.</a:t>
            </a:r>
          </a:p>
          <a:p>
            <a:pPr algn="just"/>
            <a:r>
              <a:rPr lang="es-ES" sz="2400" dirty="0"/>
              <a:t>- El </a:t>
            </a:r>
            <a:r>
              <a:rPr lang="es-ES" sz="2400" dirty="0" err="1"/>
              <a:t>Fretting</a:t>
            </a:r>
            <a:r>
              <a:rPr lang="es-ES" sz="2400" dirty="0"/>
              <a:t>, desgaste por vibración o ludimiento, es una degradación superficial ocasionada por un mecanismo corrosivo asociado a una vibración.</a:t>
            </a:r>
          </a:p>
        </p:txBody>
      </p:sp>
    </p:spTree>
    <p:extLst>
      <p:ext uri="{BB962C8B-B14F-4D97-AF65-F5344CB8AC3E}">
        <p14:creationId xmlns:p14="http://schemas.microsoft.com/office/powerpoint/2010/main" val="1911838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326670" y="1118454"/>
            <a:ext cx="9538659" cy="4832092"/>
          </a:xfrm>
          <a:prstGeom prst="rect">
            <a:avLst/>
          </a:prstGeom>
        </p:spPr>
        <p:txBody>
          <a:bodyPr wrap="square">
            <a:spAutoFit/>
          </a:bodyPr>
          <a:lstStyle/>
          <a:p>
            <a:pPr algn="just"/>
            <a:r>
              <a:rPr lang="es-ES" sz="2200" dirty="0"/>
              <a:t>Los efectos o modos de desgaste son muy variados:</a:t>
            </a:r>
          </a:p>
          <a:p>
            <a:pPr algn="just"/>
            <a:r>
              <a:rPr lang="es-ES" sz="2200" dirty="0"/>
              <a:t>- Desgaste normal por rozamiento o desgaste de rodaje. Está siempre presente en las superficies en movimiento aún en presencia de lubricante. Produce, si es suficientemente suave, un efecto de pulido durante el rodaje, que no es perjudicial.</a:t>
            </a:r>
          </a:p>
          <a:p>
            <a:pPr algn="just"/>
            <a:r>
              <a:rPr lang="es-ES" sz="2200" dirty="0"/>
              <a:t>- Desgaste severo cuando se superan los límites de carga y velocidad para los que componentes y lubricante fueron diseñados y seleccionado respectivamente.</a:t>
            </a:r>
          </a:p>
          <a:p>
            <a:pPr algn="just"/>
            <a:r>
              <a:rPr lang="pt-BR" sz="2200" dirty="0"/>
              <a:t>- Picadura, originada por mecanismos de fatiga o </a:t>
            </a:r>
            <a:r>
              <a:rPr lang="pt-BR" sz="2200" dirty="0" err="1"/>
              <a:t>corrosión</a:t>
            </a:r>
            <a:r>
              <a:rPr lang="pt-BR" sz="2200" dirty="0"/>
              <a:t>.</a:t>
            </a:r>
          </a:p>
          <a:p>
            <a:pPr algn="just"/>
            <a:r>
              <a:rPr lang="es-ES" sz="2200" dirty="0"/>
              <a:t>- Gripado, soldadura momentánea ocasionada por un mecanismo de tipo adhesivo.</a:t>
            </a:r>
          </a:p>
          <a:p>
            <a:pPr algn="just"/>
            <a:r>
              <a:rPr lang="es-ES" sz="2200" dirty="0"/>
              <a:t>- El </a:t>
            </a:r>
            <a:r>
              <a:rPr lang="es-ES" sz="2200" dirty="0" err="1"/>
              <a:t>Scoring</a:t>
            </a:r>
            <a:r>
              <a:rPr lang="es-ES" sz="2200" dirty="0"/>
              <a:t> y el </a:t>
            </a:r>
            <a:r>
              <a:rPr lang="es-ES" sz="2200" dirty="0" err="1"/>
              <a:t>Gouging</a:t>
            </a:r>
            <a:r>
              <a:rPr lang="es-ES" sz="2200" dirty="0"/>
              <a:t> son distintos grados de </a:t>
            </a:r>
            <a:r>
              <a:rPr lang="es-ES" sz="2200" dirty="0" err="1"/>
              <a:t>rayadura</a:t>
            </a:r>
            <a:r>
              <a:rPr lang="es-ES" sz="2200" dirty="0"/>
              <a:t> de las superficies ocasionados normalmente por desgaste de tipo abrasivo o adhesivo sin llegar al gripado.</a:t>
            </a:r>
          </a:p>
        </p:txBody>
      </p:sp>
    </p:spTree>
    <p:extLst>
      <p:ext uri="{BB962C8B-B14F-4D97-AF65-F5344CB8AC3E}">
        <p14:creationId xmlns:p14="http://schemas.microsoft.com/office/powerpoint/2010/main" val="420328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251" t="18229" r="30291" b="6579"/>
          <a:stretch/>
        </p:blipFill>
        <p:spPr bwMode="auto">
          <a:xfrm>
            <a:off x="974056" y="81705"/>
            <a:ext cx="5328592" cy="667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3 Rectángulo"/>
          <p:cNvSpPr/>
          <p:nvPr/>
        </p:nvSpPr>
        <p:spPr>
          <a:xfrm>
            <a:off x="7252753" y="2943684"/>
            <a:ext cx="4033556" cy="954107"/>
          </a:xfrm>
          <a:prstGeom prst="rect">
            <a:avLst/>
          </a:prstGeom>
        </p:spPr>
        <p:txBody>
          <a:bodyPr wrap="square">
            <a:spAutoFit/>
          </a:bodyPr>
          <a:lstStyle/>
          <a:p>
            <a:r>
              <a:rPr lang="es-ES" sz="2800" b="1" dirty="0"/>
              <a:t>FICHA DE ANALISIS DE AVERIAS</a:t>
            </a:r>
            <a:endParaRPr lang="es-ES" sz="2800" dirty="0"/>
          </a:p>
        </p:txBody>
      </p:sp>
    </p:spTree>
    <p:extLst>
      <p:ext uri="{BB962C8B-B14F-4D97-AF65-F5344CB8AC3E}">
        <p14:creationId xmlns:p14="http://schemas.microsoft.com/office/powerpoint/2010/main" val="1138737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386148" y="568796"/>
            <a:ext cx="6019597" cy="523220"/>
          </a:xfrm>
          <a:prstGeom prst="rect">
            <a:avLst/>
          </a:prstGeom>
        </p:spPr>
        <p:txBody>
          <a:bodyPr wrap="none">
            <a:spAutoFit/>
          </a:bodyPr>
          <a:lstStyle/>
          <a:p>
            <a:r>
              <a:rPr lang="es-ES" sz="2800" b="1" dirty="0"/>
              <a:t>INFORME DE ANÁLISIS DE AVERÍAS</a:t>
            </a:r>
            <a:endParaRPr lang="es-ES" sz="2800" dirty="0"/>
          </a:p>
        </p:txBody>
      </p:sp>
      <p:sp>
        <p:nvSpPr>
          <p:cNvPr id="5" name="4 Rectángulo"/>
          <p:cNvSpPr/>
          <p:nvPr/>
        </p:nvSpPr>
        <p:spPr>
          <a:xfrm>
            <a:off x="1963018" y="1363020"/>
            <a:ext cx="9100986" cy="1938992"/>
          </a:xfrm>
          <a:prstGeom prst="rect">
            <a:avLst/>
          </a:prstGeom>
        </p:spPr>
        <p:txBody>
          <a:bodyPr wrap="square">
            <a:spAutoFit/>
          </a:bodyPr>
          <a:lstStyle/>
          <a:p>
            <a:r>
              <a:rPr lang="es-ES" sz="2400" dirty="0"/>
              <a:t>Para que se transmita de forma eficaz, la información debe cumplir las tres condiciones siguientes:</a:t>
            </a:r>
          </a:p>
          <a:p>
            <a:r>
              <a:rPr lang="es-ES" sz="2400" dirty="0"/>
              <a:t>- ser precisa y completa</a:t>
            </a:r>
          </a:p>
          <a:p>
            <a:r>
              <a:rPr lang="es-ES" sz="2400" dirty="0"/>
              <a:t>- ser fácil de entender</a:t>
            </a:r>
          </a:p>
          <a:p>
            <a:r>
              <a:rPr lang="es-ES" sz="2400" dirty="0"/>
              <a:t>- ser breve para ahorrar tiempo a los lectores</a:t>
            </a:r>
            <a:r>
              <a:rPr lang="es-ES" sz="2400" b="1" dirty="0"/>
              <a:t>.</a:t>
            </a:r>
            <a:endParaRPr lang="es-ES" sz="2400" dirty="0"/>
          </a:p>
        </p:txBody>
      </p:sp>
      <p:sp>
        <p:nvSpPr>
          <p:cNvPr id="6" name="5 Rectángulo"/>
          <p:cNvSpPr/>
          <p:nvPr/>
        </p:nvSpPr>
        <p:spPr>
          <a:xfrm>
            <a:off x="1963018" y="3521053"/>
            <a:ext cx="8496944" cy="2308324"/>
          </a:xfrm>
          <a:prstGeom prst="rect">
            <a:avLst/>
          </a:prstGeom>
        </p:spPr>
        <p:txBody>
          <a:bodyPr wrap="square">
            <a:spAutoFit/>
          </a:bodyPr>
          <a:lstStyle/>
          <a:p>
            <a:r>
              <a:rPr lang="es-ES" sz="2400" dirty="0"/>
              <a:t>Su estructura más frecuente es la siguiente:</a:t>
            </a:r>
          </a:p>
          <a:p>
            <a:r>
              <a:rPr lang="es-ES" sz="2400" dirty="0"/>
              <a:t>- </a:t>
            </a:r>
            <a:r>
              <a:rPr lang="es-ES" sz="2400" b="1" dirty="0"/>
              <a:t>Título</a:t>
            </a:r>
          </a:p>
          <a:p>
            <a:r>
              <a:rPr lang="es-ES" sz="2400" dirty="0"/>
              <a:t>- </a:t>
            </a:r>
            <a:r>
              <a:rPr lang="es-ES" sz="2400" b="1" dirty="0"/>
              <a:t>Sumario</a:t>
            </a:r>
          </a:p>
          <a:p>
            <a:r>
              <a:rPr lang="es-ES" sz="2400" dirty="0"/>
              <a:t>- </a:t>
            </a:r>
            <a:r>
              <a:rPr lang="es-ES" sz="2400" b="1" dirty="0"/>
              <a:t>Índice</a:t>
            </a:r>
          </a:p>
          <a:p>
            <a:r>
              <a:rPr lang="es-ES" sz="2400" dirty="0"/>
              <a:t>- </a:t>
            </a:r>
            <a:r>
              <a:rPr lang="es-ES" sz="2400" b="1" dirty="0"/>
              <a:t>Cuerpo del informe</a:t>
            </a:r>
          </a:p>
          <a:p>
            <a:r>
              <a:rPr lang="es-ES" sz="2400" dirty="0"/>
              <a:t>- </a:t>
            </a:r>
            <a:r>
              <a:rPr lang="es-ES" sz="2400" b="1" dirty="0"/>
              <a:t>Apéndices</a:t>
            </a:r>
            <a:endParaRPr lang="es-ES" sz="2400" dirty="0"/>
          </a:p>
        </p:txBody>
      </p:sp>
    </p:spTree>
    <p:extLst>
      <p:ext uri="{BB962C8B-B14F-4D97-AF65-F5344CB8AC3E}">
        <p14:creationId xmlns:p14="http://schemas.microsoft.com/office/powerpoint/2010/main" val="3702990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019175" y="1351508"/>
            <a:ext cx="10153650" cy="4154984"/>
          </a:xfrm>
          <a:prstGeom prst="rect">
            <a:avLst/>
          </a:prstGeom>
        </p:spPr>
        <p:txBody>
          <a:bodyPr wrap="square">
            <a:spAutoFit/>
          </a:bodyPr>
          <a:lstStyle/>
          <a:p>
            <a:pPr algn="just"/>
            <a:r>
              <a:rPr lang="es-ES" sz="2200" dirty="0"/>
              <a:t>El </a:t>
            </a:r>
            <a:r>
              <a:rPr lang="es-ES" sz="2200" b="1" dirty="0"/>
              <a:t>Título</a:t>
            </a:r>
            <a:r>
              <a:rPr lang="es-ES" sz="2200" dirty="0"/>
              <a:t> debe ser claro y completo, aunque la brevedad siempre se agradece. En la portada, además del Título, debe aparecer el autor o autores, fecha y lista de distribución.</a:t>
            </a:r>
          </a:p>
          <a:p>
            <a:pPr algn="just"/>
            <a:r>
              <a:rPr lang="es-ES" sz="2200" dirty="0"/>
              <a:t>El </a:t>
            </a:r>
            <a:r>
              <a:rPr lang="es-ES" sz="2200" b="1" dirty="0"/>
              <a:t>Sumario</a:t>
            </a:r>
            <a:r>
              <a:rPr lang="es-ES" sz="2200" dirty="0"/>
              <a:t> es un resumen de en qué consiste la avería y cuál es la solución propuesta, todo ello de forma muy breve. Los detalles irán posteriormente. La redacción del sumario debe dejarse para el último momento, cuando todo el informe esté terminado. La razón del Sumario es que es un hecho comprobado que la comprensión y la memorización mejoran notablemente si se empieza resumiendo lo que se va a explicar y la conclusión a la que se va a llegar. Debe servir también para que los lectores muy ocupados puedan tener una visión resumida sin necesidad de leerse todo el documento.</a:t>
            </a:r>
          </a:p>
        </p:txBody>
      </p:sp>
    </p:spTree>
    <p:extLst>
      <p:ext uri="{BB962C8B-B14F-4D97-AF65-F5344CB8AC3E}">
        <p14:creationId xmlns:p14="http://schemas.microsoft.com/office/powerpoint/2010/main" val="1670621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395412" y="643622"/>
            <a:ext cx="9401175" cy="5570756"/>
          </a:xfrm>
          <a:prstGeom prst="rect">
            <a:avLst/>
          </a:prstGeom>
        </p:spPr>
        <p:txBody>
          <a:bodyPr wrap="square">
            <a:spAutoFit/>
          </a:bodyPr>
          <a:lstStyle/>
          <a:p>
            <a:pPr algn="just"/>
            <a:r>
              <a:rPr lang="es-ES" sz="2000" dirty="0"/>
              <a:t>El </a:t>
            </a:r>
            <a:r>
              <a:rPr lang="es-ES" sz="2000" b="1" dirty="0"/>
              <a:t>Índice</a:t>
            </a:r>
            <a:r>
              <a:rPr lang="es-ES" sz="2000" dirty="0"/>
              <a:t> puede resultar superfluo si el informe es muy breve, pero en general es muy útil, pues facilita la lectura y da una primera visión, como el Sumario.</a:t>
            </a:r>
          </a:p>
          <a:p>
            <a:pPr algn="just"/>
            <a:r>
              <a:rPr lang="es-ES" sz="2000" dirty="0"/>
              <a:t>El </a:t>
            </a:r>
            <a:r>
              <a:rPr lang="es-ES" sz="2000" b="1" dirty="0"/>
              <a:t>Cuerpo</a:t>
            </a:r>
            <a:r>
              <a:rPr lang="es-ES" sz="2000" dirty="0"/>
              <a:t> del informe desarrolla todo el proceso de análisis efectuado, desde la definición del problema hasta la propuesta de solución pasando por el análisis de las causas. Un modelo de informe breve puede ser el siguiente:</a:t>
            </a:r>
          </a:p>
          <a:p>
            <a:r>
              <a:rPr lang="es-ES" sz="2400" dirty="0"/>
              <a:t>• </a:t>
            </a:r>
            <a:r>
              <a:rPr lang="es-ES" sz="2400" b="1" dirty="0"/>
              <a:t>Título</a:t>
            </a:r>
          </a:p>
          <a:p>
            <a:r>
              <a:rPr lang="es-ES" sz="2400" dirty="0"/>
              <a:t>• </a:t>
            </a:r>
            <a:r>
              <a:rPr lang="es-ES" sz="2400" b="1" dirty="0"/>
              <a:t>Sumario</a:t>
            </a:r>
          </a:p>
          <a:p>
            <a:r>
              <a:rPr lang="es-ES" sz="2400" dirty="0"/>
              <a:t>• </a:t>
            </a:r>
            <a:r>
              <a:rPr lang="es-ES" sz="2400" b="1" dirty="0"/>
              <a:t>Índice</a:t>
            </a:r>
          </a:p>
          <a:p>
            <a:r>
              <a:rPr lang="es-ES" sz="2400" dirty="0"/>
              <a:t>• </a:t>
            </a:r>
            <a:r>
              <a:rPr lang="es-ES" sz="2400" b="1" dirty="0"/>
              <a:t>Antecedentes o Introducción</a:t>
            </a:r>
          </a:p>
          <a:p>
            <a:r>
              <a:rPr lang="es-ES" sz="2400" dirty="0"/>
              <a:t>• </a:t>
            </a:r>
            <a:r>
              <a:rPr lang="es-ES" sz="2400" b="1" dirty="0"/>
              <a:t>Descripción de la Avería</a:t>
            </a:r>
          </a:p>
          <a:p>
            <a:r>
              <a:rPr lang="es-ES" sz="2400" dirty="0"/>
              <a:t>• </a:t>
            </a:r>
            <a:r>
              <a:rPr lang="es-ES" sz="2400" b="1" dirty="0"/>
              <a:t>Análisis de las Causas</a:t>
            </a:r>
          </a:p>
          <a:p>
            <a:r>
              <a:rPr lang="es-ES" sz="2400" dirty="0"/>
              <a:t>• </a:t>
            </a:r>
            <a:r>
              <a:rPr lang="es-ES" sz="2400" b="1" dirty="0"/>
              <a:t>Conclusiones</a:t>
            </a:r>
          </a:p>
          <a:p>
            <a:r>
              <a:rPr lang="es-ES" sz="2400" dirty="0"/>
              <a:t>• </a:t>
            </a:r>
            <a:r>
              <a:rPr lang="es-ES" sz="2400" b="1" dirty="0"/>
              <a:t>Recomendaciones</a:t>
            </a:r>
          </a:p>
          <a:p>
            <a:r>
              <a:rPr lang="es-ES" sz="2400" dirty="0"/>
              <a:t>• </a:t>
            </a:r>
            <a:r>
              <a:rPr lang="es-ES" sz="2400" b="1" dirty="0"/>
              <a:t>Apéndices</a:t>
            </a:r>
            <a:endParaRPr lang="es-ES" sz="2400" dirty="0"/>
          </a:p>
        </p:txBody>
      </p:sp>
    </p:spTree>
    <p:extLst>
      <p:ext uri="{BB962C8B-B14F-4D97-AF65-F5344CB8AC3E}">
        <p14:creationId xmlns:p14="http://schemas.microsoft.com/office/powerpoint/2010/main" val="4139509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861785" y="506276"/>
            <a:ext cx="8568952" cy="1015663"/>
          </a:xfrm>
          <a:prstGeom prst="rect">
            <a:avLst/>
          </a:prstGeom>
        </p:spPr>
        <p:txBody>
          <a:bodyPr wrap="square">
            <a:spAutoFit/>
          </a:bodyPr>
          <a:lstStyle/>
          <a:p>
            <a:r>
              <a:rPr lang="es-ES" sz="2000" dirty="0"/>
              <a:t>El cuerpo del informe puede ser ampliado, cuando se requiera, aunque conservando la misma estructura, como se puede observar en el modelo siguiente:</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896" t="33848" r="46357" b="35991"/>
          <a:stretch/>
        </p:blipFill>
        <p:spPr bwMode="auto">
          <a:xfrm>
            <a:off x="3494014" y="1797984"/>
            <a:ext cx="4608512" cy="4682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6803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Rectángulo"/>
          <p:cNvSpPr/>
          <p:nvPr/>
        </p:nvSpPr>
        <p:spPr>
          <a:xfrm>
            <a:off x="2270949" y="779506"/>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3" name="3 Rectángulo"/>
          <p:cNvSpPr/>
          <p:nvPr/>
        </p:nvSpPr>
        <p:spPr>
          <a:xfrm>
            <a:off x="3952287" y="1302726"/>
            <a:ext cx="4121641" cy="523220"/>
          </a:xfrm>
          <a:prstGeom prst="rect">
            <a:avLst/>
          </a:prstGeom>
        </p:spPr>
        <p:txBody>
          <a:bodyPr wrap="none">
            <a:spAutoFit/>
          </a:bodyPr>
          <a:lstStyle/>
          <a:p>
            <a:r>
              <a:rPr lang="es-ES" sz="2800" b="1" dirty="0"/>
              <a:t>DIAGRAMA DE PARETO</a:t>
            </a:r>
          </a:p>
        </p:txBody>
      </p:sp>
      <p:sp>
        <p:nvSpPr>
          <p:cNvPr id="4" name="Rectángulo 3"/>
          <p:cNvSpPr/>
          <p:nvPr/>
        </p:nvSpPr>
        <p:spPr>
          <a:xfrm>
            <a:off x="871269" y="2138290"/>
            <a:ext cx="9967060" cy="3139321"/>
          </a:xfrm>
          <a:prstGeom prst="rect">
            <a:avLst/>
          </a:prstGeom>
        </p:spPr>
        <p:txBody>
          <a:bodyPr wrap="square">
            <a:spAutoFit/>
          </a:bodyPr>
          <a:lstStyle/>
          <a:p>
            <a:pPr algn="just"/>
            <a:r>
              <a:rPr lang="es-CO" dirty="0">
                <a:latin typeface="Arial" panose="020B0604020202020204" pitchFamily="34" charset="0"/>
              </a:rPr>
              <a:t>Es una representación gráfica de los datos obtenidos sobre un problema, que ayuda a identificar y seleccionar los aspectos prioritarios que hay que tratar.</a:t>
            </a:r>
          </a:p>
          <a:p>
            <a:pPr algn="just"/>
            <a:r>
              <a:rPr lang="es-CO" dirty="0">
                <a:latin typeface="Arial" panose="020B0604020202020204" pitchFamily="34" charset="0"/>
              </a:rPr>
              <a:t>También se conoce como Diagrama ABC o Ley de las Prioridades 20-80, que dice: “El 80% de los problemas que ocurren en cualquier actividad son ocasionados por el 20% de los elementos que intervienen en producirlos”.</a:t>
            </a:r>
          </a:p>
          <a:p>
            <a:pPr algn="just"/>
            <a:r>
              <a:rPr lang="es-CO" dirty="0">
                <a:latin typeface="Arial" panose="020B0604020202020204" pitchFamily="34" charset="0"/>
              </a:rPr>
              <a:t>Sirve para conseguir el mayor nivel de mejora con el menor esfuerzo posible.</a:t>
            </a:r>
          </a:p>
          <a:p>
            <a:pPr algn="just"/>
            <a:r>
              <a:rPr lang="es-CO" dirty="0">
                <a:latin typeface="Arial" panose="020B0604020202020204" pitchFamily="34" charset="0"/>
              </a:rPr>
              <a:t>Es pues una herramienta de selección que se aconseja aplicar en la fase para concretar el problema así como para seleccionar una causa.</a:t>
            </a:r>
          </a:p>
          <a:p>
            <a:pPr algn="just"/>
            <a:r>
              <a:rPr lang="es-CO" dirty="0">
                <a:latin typeface="Arial" panose="020B0604020202020204" pitchFamily="34" charset="0"/>
              </a:rPr>
              <a:t>Tiene el valor de concentrar la atención en el 20% de los elementos que provocan el 80% de los problemas, en vez de extenderse a toda la población.</a:t>
            </a:r>
          </a:p>
          <a:p>
            <a:pPr algn="just"/>
            <a:r>
              <a:rPr lang="es-CO" dirty="0">
                <a:latin typeface="Arial" panose="020B0604020202020204" pitchFamily="34" charset="0"/>
              </a:rPr>
              <a:t>Se cuantifican las mejoras que se alcanzarán solucionando los problemas seleccionados.</a:t>
            </a:r>
            <a:endParaRPr lang="es-CO" dirty="0"/>
          </a:p>
        </p:txBody>
      </p:sp>
    </p:spTree>
    <p:extLst>
      <p:ext uri="{BB962C8B-B14F-4D97-AF65-F5344CB8AC3E}">
        <p14:creationId xmlns:p14="http://schemas.microsoft.com/office/powerpoint/2010/main" val="18672384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Rectángulo"/>
          <p:cNvSpPr/>
          <p:nvPr/>
        </p:nvSpPr>
        <p:spPr>
          <a:xfrm>
            <a:off x="2416785" y="517896"/>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3" name="3 Rectángulo"/>
          <p:cNvSpPr/>
          <p:nvPr/>
        </p:nvSpPr>
        <p:spPr>
          <a:xfrm>
            <a:off x="3935033" y="1041116"/>
            <a:ext cx="4121641" cy="523220"/>
          </a:xfrm>
          <a:prstGeom prst="rect">
            <a:avLst/>
          </a:prstGeom>
        </p:spPr>
        <p:txBody>
          <a:bodyPr wrap="none">
            <a:spAutoFit/>
          </a:bodyPr>
          <a:lstStyle/>
          <a:p>
            <a:r>
              <a:rPr lang="es-ES" sz="2800" b="1" dirty="0"/>
              <a:t>DIAGRAMA DE PARETO</a:t>
            </a:r>
          </a:p>
        </p:txBody>
      </p:sp>
      <p:sp>
        <p:nvSpPr>
          <p:cNvPr id="4" name="Rectángulo 3"/>
          <p:cNvSpPr/>
          <p:nvPr/>
        </p:nvSpPr>
        <p:spPr>
          <a:xfrm>
            <a:off x="871268" y="1631525"/>
            <a:ext cx="10688128" cy="2862322"/>
          </a:xfrm>
          <a:prstGeom prst="rect">
            <a:avLst/>
          </a:prstGeom>
        </p:spPr>
        <p:txBody>
          <a:bodyPr wrap="square">
            <a:spAutoFit/>
          </a:bodyPr>
          <a:lstStyle/>
          <a:p>
            <a:r>
              <a:rPr lang="es-CO" dirty="0">
                <a:latin typeface="Arial" panose="020B0604020202020204" pitchFamily="34" charset="0"/>
              </a:rPr>
              <a:t>Los pasos a seguir para su representación son:</a:t>
            </a:r>
          </a:p>
          <a:p>
            <a:r>
              <a:rPr lang="es-CO" dirty="0">
                <a:latin typeface="Arial" panose="020B0604020202020204" pitchFamily="34" charset="0"/>
              </a:rPr>
              <a:t>1. Anotar, en orden progresivo decreciente, los fallos o averías a analizar (importe de averías de un tipo de máquinas, importe de averías del conjunto de la instalación, consumo de repuestos, etc.). En definitiva el problema o avería objeto del análisis.</a:t>
            </a:r>
          </a:p>
          <a:p>
            <a:r>
              <a:rPr lang="es-CO" dirty="0">
                <a:latin typeface="Arial" panose="020B0604020202020204" pitchFamily="34" charset="0"/>
              </a:rPr>
              <a:t>2. Calcular y anotar, a su derecha, el peso relativo de cada uno (%).</a:t>
            </a:r>
          </a:p>
          <a:p>
            <a:r>
              <a:rPr lang="es-CO" dirty="0">
                <a:latin typeface="Arial" panose="020B0604020202020204" pitchFamily="34" charset="0"/>
              </a:rPr>
              <a:t>3. Calcular y anotar, a su derecha, el valor acumulado (% acumulado).</a:t>
            </a:r>
          </a:p>
          <a:p>
            <a:r>
              <a:rPr lang="es-CO" dirty="0">
                <a:latin typeface="Arial" panose="020B0604020202020204" pitchFamily="34" charset="0"/>
              </a:rPr>
              <a:t>4. Representar los elementos en porcentajes decrecientes de izquierda a derecha (histograma) y la curva de porcentaje acumulado (curva ABC).</a:t>
            </a:r>
          </a:p>
          <a:p>
            <a:r>
              <a:rPr lang="es-CO" dirty="0">
                <a:latin typeface="Arial" panose="020B0604020202020204" pitchFamily="34" charset="0"/>
              </a:rPr>
              <a:t>Ejemplo: Averías encontradas en un conjunto de bombas centrífugas. Se trata de</a:t>
            </a:r>
          </a:p>
          <a:p>
            <a:r>
              <a:rPr lang="es-CO" dirty="0">
                <a:latin typeface="Arial" panose="020B0604020202020204" pitchFamily="34" charset="0"/>
              </a:rPr>
              <a:t>seleccionar el problema o avería a analizar:</a:t>
            </a:r>
            <a:endParaRPr lang="es-CO" dirty="0"/>
          </a:p>
        </p:txBody>
      </p:sp>
      <p:pic>
        <p:nvPicPr>
          <p:cNvPr id="5" name="Imagen 4"/>
          <p:cNvPicPr>
            <a:picLocks noChangeAspect="1"/>
          </p:cNvPicPr>
          <p:nvPr/>
        </p:nvPicPr>
        <p:blipFill>
          <a:blip r:embed="rId2"/>
          <a:stretch>
            <a:fillRect/>
          </a:stretch>
        </p:blipFill>
        <p:spPr>
          <a:xfrm>
            <a:off x="2096308" y="4561037"/>
            <a:ext cx="7343775" cy="2219325"/>
          </a:xfrm>
          <a:prstGeom prst="rect">
            <a:avLst/>
          </a:prstGeom>
        </p:spPr>
      </p:pic>
    </p:spTree>
    <p:extLst>
      <p:ext uri="{BB962C8B-B14F-4D97-AF65-F5344CB8AC3E}">
        <p14:creationId xmlns:p14="http://schemas.microsoft.com/office/powerpoint/2010/main" val="3698273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13694" y="1564336"/>
            <a:ext cx="6642466" cy="4901778"/>
          </a:xfrm>
          <a:prstGeom prst="rect">
            <a:avLst/>
          </a:prstGeom>
        </p:spPr>
      </p:pic>
      <p:sp>
        <p:nvSpPr>
          <p:cNvPr id="3" name="Rectángulo 2"/>
          <p:cNvSpPr/>
          <p:nvPr/>
        </p:nvSpPr>
        <p:spPr>
          <a:xfrm>
            <a:off x="7449367" y="2809413"/>
            <a:ext cx="4136242" cy="2031325"/>
          </a:xfrm>
          <a:prstGeom prst="rect">
            <a:avLst/>
          </a:prstGeom>
        </p:spPr>
        <p:txBody>
          <a:bodyPr wrap="square">
            <a:spAutoFit/>
          </a:bodyPr>
          <a:lstStyle/>
          <a:p>
            <a:r>
              <a:rPr lang="es-CO" dirty="0">
                <a:latin typeface="Arial" panose="020B0604020202020204" pitchFamily="34" charset="0"/>
              </a:rPr>
              <a:t>Conclusiones: Controlando los tipos de Fallos A, B y C (Cierre mecánico, Cojinetes y</a:t>
            </a:r>
          </a:p>
          <a:p>
            <a:r>
              <a:rPr lang="es-CO" dirty="0">
                <a:latin typeface="Arial" panose="020B0604020202020204" pitchFamily="34" charset="0"/>
              </a:rPr>
              <a:t>Anillos de Desgaste) se está controlando el 87,3% del importe anual de reparaciones de</a:t>
            </a:r>
          </a:p>
          <a:p>
            <a:r>
              <a:rPr lang="es-CO" dirty="0">
                <a:latin typeface="Arial" panose="020B0604020202020204" pitchFamily="34" charset="0"/>
              </a:rPr>
              <a:t>bombas centrífugas.</a:t>
            </a:r>
            <a:endParaRPr lang="es-CO" dirty="0"/>
          </a:p>
        </p:txBody>
      </p:sp>
      <p:sp>
        <p:nvSpPr>
          <p:cNvPr id="4" name="3 Rectángulo"/>
          <p:cNvSpPr/>
          <p:nvPr/>
        </p:nvSpPr>
        <p:spPr>
          <a:xfrm>
            <a:off x="2416785" y="517896"/>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5" name="3 Rectángulo"/>
          <p:cNvSpPr/>
          <p:nvPr/>
        </p:nvSpPr>
        <p:spPr>
          <a:xfrm>
            <a:off x="3935033" y="1041116"/>
            <a:ext cx="4121641" cy="523220"/>
          </a:xfrm>
          <a:prstGeom prst="rect">
            <a:avLst/>
          </a:prstGeom>
        </p:spPr>
        <p:txBody>
          <a:bodyPr wrap="none">
            <a:spAutoFit/>
          </a:bodyPr>
          <a:lstStyle/>
          <a:p>
            <a:r>
              <a:rPr lang="es-ES" sz="2800" b="1" dirty="0"/>
              <a:t>DIAGRAMA DE PARETO</a:t>
            </a:r>
          </a:p>
        </p:txBody>
      </p:sp>
    </p:spTree>
    <p:extLst>
      <p:ext uri="{BB962C8B-B14F-4D97-AF65-F5344CB8AC3E}">
        <p14:creationId xmlns:p14="http://schemas.microsoft.com/office/powerpoint/2010/main" val="11043204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Rectángulo"/>
          <p:cNvSpPr/>
          <p:nvPr/>
        </p:nvSpPr>
        <p:spPr>
          <a:xfrm>
            <a:off x="2416785" y="517896"/>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3" name="3 Rectángulo"/>
          <p:cNvSpPr/>
          <p:nvPr/>
        </p:nvSpPr>
        <p:spPr>
          <a:xfrm>
            <a:off x="3780990" y="1041116"/>
            <a:ext cx="4519186" cy="523220"/>
          </a:xfrm>
          <a:prstGeom prst="rect">
            <a:avLst/>
          </a:prstGeom>
        </p:spPr>
        <p:txBody>
          <a:bodyPr wrap="none">
            <a:spAutoFit/>
          </a:bodyPr>
          <a:lstStyle/>
          <a:p>
            <a:r>
              <a:rPr lang="es-ES" sz="2800" b="1" dirty="0"/>
              <a:t>DIAGRAMA DE ISHIKAWA</a:t>
            </a:r>
          </a:p>
        </p:txBody>
      </p:sp>
      <p:sp>
        <p:nvSpPr>
          <p:cNvPr id="4" name="Rectángulo 3"/>
          <p:cNvSpPr/>
          <p:nvPr/>
        </p:nvSpPr>
        <p:spPr>
          <a:xfrm>
            <a:off x="572843" y="1719612"/>
            <a:ext cx="11153954" cy="2308324"/>
          </a:xfrm>
          <a:prstGeom prst="rect">
            <a:avLst/>
          </a:prstGeom>
        </p:spPr>
        <p:txBody>
          <a:bodyPr wrap="square">
            <a:spAutoFit/>
          </a:bodyPr>
          <a:lstStyle/>
          <a:p>
            <a:r>
              <a:rPr lang="es-CO" dirty="0">
                <a:latin typeface="Arial" panose="020B0604020202020204" pitchFamily="34" charset="0"/>
              </a:rPr>
              <a:t>También denominado diagrama Causa-Efecto o de espina de pescado, es una representación gráfica de las relaciones lógicas existentes entre las causas que producen un efecto bien definido.</a:t>
            </a:r>
          </a:p>
          <a:p>
            <a:r>
              <a:rPr lang="es-CO" dirty="0">
                <a:latin typeface="Arial" panose="020B0604020202020204" pitchFamily="34" charset="0"/>
              </a:rPr>
              <a:t>Sirve para visualizar, en una sola figura, todas las causas asociadas a una avería y sus posibles relaciones. Ayuda a clasificar las causas dispersas y a organizar las relaciones mutuas. Es, por tanto, una herramienta de análisis aplicable en la fase B (DETERMINAR LAS CAUSAS).</a:t>
            </a:r>
          </a:p>
          <a:p>
            <a:r>
              <a:rPr lang="es-CO" dirty="0">
                <a:latin typeface="Arial" panose="020B0604020202020204" pitchFamily="34" charset="0"/>
              </a:rPr>
              <a:t>Tiene el valor de su sencillez, poder contemplar por separado causas físicas y causas latentes (fallos de procedimiento, sistemas de gestión, etc.) y la representación gráfica fácil que ayuda a resumir y presentar las causas asociadas a un efecto concreto.</a:t>
            </a:r>
            <a:endParaRPr lang="es-CO" dirty="0"/>
          </a:p>
        </p:txBody>
      </p:sp>
      <p:sp>
        <p:nvSpPr>
          <p:cNvPr id="5" name="Rectángulo 4"/>
          <p:cNvSpPr/>
          <p:nvPr/>
        </p:nvSpPr>
        <p:spPr>
          <a:xfrm>
            <a:off x="572843" y="4027936"/>
            <a:ext cx="11519140" cy="2031325"/>
          </a:xfrm>
          <a:prstGeom prst="rect">
            <a:avLst/>
          </a:prstGeom>
        </p:spPr>
        <p:txBody>
          <a:bodyPr wrap="square">
            <a:spAutoFit/>
          </a:bodyPr>
          <a:lstStyle/>
          <a:p>
            <a:r>
              <a:rPr lang="es-CO" dirty="0">
                <a:latin typeface="Arial" panose="020B0604020202020204" pitchFamily="34" charset="0"/>
              </a:rPr>
              <a:t>Los pasos a seguir para su construcción son:</a:t>
            </a:r>
          </a:p>
          <a:p>
            <a:r>
              <a:rPr lang="es-CO" dirty="0">
                <a:latin typeface="Arial" panose="020B0604020202020204" pitchFamily="34" charset="0"/>
              </a:rPr>
              <a:t>1. Precisar bien el efecto: Es el problema, avería o fallo que se va a analizar.</a:t>
            </a:r>
          </a:p>
          <a:p>
            <a:r>
              <a:rPr lang="es-CO" dirty="0">
                <a:latin typeface="Arial" panose="020B0604020202020204" pitchFamily="34" charset="0"/>
              </a:rPr>
              <a:t>2. Subdividir las causas en familias. Se aconseja el método de las 4M (Métodos, Máquinas, Materiales, Mano de Obra), para agrupar las distintas causas, aunque según la naturaleza de la avería puede interesar otro tipo de clasificación.</a:t>
            </a:r>
          </a:p>
          <a:p>
            <a:r>
              <a:rPr lang="es-CO" dirty="0">
                <a:latin typeface="Arial" panose="020B0604020202020204" pitchFamily="34" charset="0"/>
              </a:rPr>
              <a:t>3. Generar, para cada familia, una lista de todas las posibles causas. Responder sucesivamente ¿Porqué ocurre? hasta considerar agotadas todas las posibilidades.</a:t>
            </a:r>
          </a:p>
        </p:txBody>
      </p:sp>
    </p:spTree>
    <p:extLst>
      <p:ext uri="{BB962C8B-B14F-4D97-AF65-F5344CB8AC3E}">
        <p14:creationId xmlns:p14="http://schemas.microsoft.com/office/powerpoint/2010/main" val="29380298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041446" y="785738"/>
            <a:ext cx="8844320" cy="5865878"/>
          </a:xfrm>
          <a:prstGeom prst="rect">
            <a:avLst/>
          </a:prstGeom>
        </p:spPr>
      </p:pic>
      <p:sp>
        <p:nvSpPr>
          <p:cNvPr id="3" name="3 Rectángulo"/>
          <p:cNvSpPr/>
          <p:nvPr/>
        </p:nvSpPr>
        <p:spPr>
          <a:xfrm>
            <a:off x="2463152" y="262518"/>
            <a:ext cx="8000908" cy="523220"/>
          </a:xfrm>
          <a:prstGeom prst="rect">
            <a:avLst/>
          </a:prstGeom>
        </p:spPr>
        <p:txBody>
          <a:bodyPr wrap="none">
            <a:spAutoFit/>
          </a:bodyPr>
          <a:lstStyle/>
          <a:p>
            <a:r>
              <a:rPr lang="es-ES" sz="2800" b="1" dirty="0"/>
              <a:t>HERRAMIENTAS PARA EL ANALISIS DE AVERIAS</a:t>
            </a:r>
            <a:endParaRPr lang="es-ES" sz="2800" dirty="0"/>
          </a:p>
        </p:txBody>
      </p:sp>
    </p:spTree>
    <p:extLst>
      <p:ext uri="{BB962C8B-B14F-4D97-AF65-F5344CB8AC3E}">
        <p14:creationId xmlns:p14="http://schemas.microsoft.com/office/powerpoint/2010/main" val="13128182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Rectángulo"/>
          <p:cNvSpPr/>
          <p:nvPr/>
        </p:nvSpPr>
        <p:spPr>
          <a:xfrm>
            <a:off x="2095545" y="856361"/>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3" name="3 Rectángulo"/>
          <p:cNvSpPr/>
          <p:nvPr/>
        </p:nvSpPr>
        <p:spPr>
          <a:xfrm>
            <a:off x="4490432" y="1403066"/>
            <a:ext cx="3211135" cy="523220"/>
          </a:xfrm>
          <a:prstGeom prst="rect">
            <a:avLst/>
          </a:prstGeom>
        </p:spPr>
        <p:txBody>
          <a:bodyPr wrap="none">
            <a:spAutoFit/>
          </a:bodyPr>
          <a:lstStyle/>
          <a:p>
            <a:r>
              <a:rPr lang="es-ES" sz="2800" b="1" dirty="0"/>
              <a:t>ARBOL DE FALLOS</a:t>
            </a:r>
          </a:p>
        </p:txBody>
      </p:sp>
      <p:sp>
        <p:nvSpPr>
          <p:cNvPr id="4" name="Rectángulo 3"/>
          <p:cNvSpPr/>
          <p:nvPr/>
        </p:nvSpPr>
        <p:spPr>
          <a:xfrm>
            <a:off x="520027" y="2211381"/>
            <a:ext cx="11110822" cy="3170099"/>
          </a:xfrm>
          <a:prstGeom prst="rect">
            <a:avLst/>
          </a:prstGeom>
        </p:spPr>
        <p:txBody>
          <a:bodyPr wrap="square">
            <a:spAutoFit/>
          </a:bodyPr>
          <a:lstStyle/>
          <a:p>
            <a:pPr algn="just"/>
            <a:r>
              <a:rPr lang="es-CO" sz="2000" dirty="0">
                <a:latin typeface="Arial" panose="020B0604020202020204" pitchFamily="34" charset="0"/>
              </a:rPr>
              <a:t>El árbol de fallos es una representación gráfica de los múltiples fallos o eventos y de su secuencia lógica desde el evento inicial (causas raíz) hasta el evento objeto del análisis (evento final) pasando por los distintos eventos contribuyentes.</a:t>
            </a:r>
          </a:p>
          <a:p>
            <a:pPr algn="just"/>
            <a:r>
              <a:rPr lang="es-CO" sz="2000" dirty="0">
                <a:latin typeface="Arial" panose="020B0604020202020204" pitchFamily="34" charset="0"/>
              </a:rPr>
              <a:t>Tiene el valor de centrar la atención en los hechos relevantes. Adicionalmente conduce la investigación hacia causas latentes. Esta presentación gráfica permite, igual que el diagrama de Ishikawa, resumir y presentar las causas, conclusiones y recomendaciones.</a:t>
            </a:r>
          </a:p>
          <a:p>
            <a:pPr algn="just"/>
            <a:r>
              <a:rPr lang="es-CO" sz="2000" dirty="0">
                <a:latin typeface="Arial" panose="020B0604020202020204" pitchFamily="34" charset="0"/>
              </a:rPr>
              <a:t>Es, por tanto, una herramienta de análisis muy recomendable para realizar la fase B del Análisis de Averías (Determinar las Causas). </a:t>
            </a:r>
          </a:p>
          <a:p>
            <a:pPr algn="just"/>
            <a:r>
              <a:rPr lang="es-CO" sz="2000" dirty="0">
                <a:latin typeface="Arial" panose="020B0604020202020204" pitchFamily="34" charset="0"/>
              </a:rPr>
              <a:t>A modo de ejemplo vamos a identificar , clasificar y jerarquizar las causas de desgaste de cojinetes.</a:t>
            </a:r>
            <a:endParaRPr lang="es-CO" sz="2000" dirty="0"/>
          </a:p>
        </p:txBody>
      </p:sp>
    </p:spTree>
    <p:extLst>
      <p:ext uri="{BB962C8B-B14F-4D97-AF65-F5344CB8AC3E}">
        <p14:creationId xmlns:p14="http://schemas.microsoft.com/office/powerpoint/2010/main" val="1235775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556224" y="1426313"/>
            <a:ext cx="7262273" cy="5179295"/>
          </a:xfrm>
          <a:prstGeom prst="rect">
            <a:avLst/>
          </a:prstGeom>
        </p:spPr>
      </p:pic>
      <p:sp>
        <p:nvSpPr>
          <p:cNvPr id="3" name="3 Rectángulo"/>
          <p:cNvSpPr/>
          <p:nvPr/>
        </p:nvSpPr>
        <p:spPr>
          <a:xfrm>
            <a:off x="2095546" y="379873"/>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4" name="3 Rectángulo"/>
          <p:cNvSpPr/>
          <p:nvPr/>
        </p:nvSpPr>
        <p:spPr>
          <a:xfrm>
            <a:off x="4581794" y="903093"/>
            <a:ext cx="3211135" cy="523220"/>
          </a:xfrm>
          <a:prstGeom prst="rect">
            <a:avLst/>
          </a:prstGeom>
        </p:spPr>
        <p:txBody>
          <a:bodyPr wrap="none">
            <a:spAutoFit/>
          </a:bodyPr>
          <a:lstStyle/>
          <a:p>
            <a:r>
              <a:rPr lang="es-ES" sz="2800" b="1" dirty="0"/>
              <a:t>ARBOL DE FALLOS</a:t>
            </a:r>
          </a:p>
        </p:txBody>
      </p:sp>
    </p:spTree>
    <p:extLst>
      <p:ext uri="{BB962C8B-B14F-4D97-AF65-F5344CB8AC3E}">
        <p14:creationId xmlns:p14="http://schemas.microsoft.com/office/powerpoint/2010/main" val="31296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Rectángulo"/>
          <p:cNvSpPr/>
          <p:nvPr/>
        </p:nvSpPr>
        <p:spPr>
          <a:xfrm>
            <a:off x="2528708" y="379873"/>
            <a:ext cx="8000908" cy="523220"/>
          </a:xfrm>
          <a:prstGeom prst="rect">
            <a:avLst/>
          </a:prstGeom>
        </p:spPr>
        <p:txBody>
          <a:bodyPr wrap="none">
            <a:spAutoFit/>
          </a:bodyPr>
          <a:lstStyle/>
          <a:p>
            <a:r>
              <a:rPr lang="es-ES" sz="2800" b="1" dirty="0"/>
              <a:t>HERRAMIENTAS PARA EL ANALISIS DE AVERIAS</a:t>
            </a:r>
            <a:endParaRPr lang="es-ES" sz="2800" dirty="0"/>
          </a:p>
        </p:txBody>
      </p:sp>
      <p:sp>
        <p:nvSpPr>
          <p:cNvPr id="3" name="3 Rectángulo"/>
          <p:cNvSpPr/>
          <p:nvPr/>
        </p:nvSpPr>
        <p:spPr>
          <a:xfrm>
            <a:off x="4443771" y="883160"/>
            <a:ext cx="3776996" cy="523220"/>
          </a:xfrm>
          <a:prstGeom prst="rect">
            <a:avLst/>
          </a:prstGeom>
        </p:spPr>
        <p:txBody>
          <a:bodyPr wrap="none">
            <a:spAutoFit/>
          </a:bodyPr>
          <a:lstStyle/>
          <a:p>
            <a:r>
              <a:rPr lang="es-ES" sz="2800" b="1" dirty="0"/>
              <a:t>MATRIZ DE CRITERIOS</a:t>
            </a:r>
          </a:p>
        </p:txBody>
      </p:sp>
      <p:sp>
        <p:nvSpPr>
          <p:cNvPr id="4" name="Rectángulo 3"/>
          <p:cNvSpPr/>
          <p:nvPr/>
        </p:nvSpPr>
        <p:spPr>
          <a:xfrm>
            <a:off x="1210573" y="1455457"/>
            <a:ext cx="10564483" cy="1754326"/>
          </a:xfrm>
          <a:prstGeom prst="rect">
            <a:avLst/>
          </a:prstGeom>
        </p:spPr>
        <p:txBody>
          <a:bodyPr wrap="square">
            <a:spAutoFit/>
          </a:bodyPr>
          <a:lstStyle/>
          <a:p>
            <a:r>
              <a:rPr lang="es-CO" dirty="0">
                <a:latin typeface="Arial" panose="020B0604020202020204" pitchFamily="34" charset="0"/>
              </a:rPr>
              <a:t>Para la fase C (Elaborar la solución) es muy útil utilizar ésta herramienta que supone disponer de varias soluciones viables y cuantificadas en coste y tiempo. La matriz de criterios nos ayudará a seleccionar la alternativa que resuelve el problema de la manera más global (efectiva, rápida, barata,…).</a:t>
            </a:r>
          </a:p>
          <a:p>
            <a:r>
              <a:rPr lang="es-CO" dirty="0">
                <a:latin typeface="Arial" panose="020B0604020202020204" pitchFamily="34" charset="0"/>
              </a:rPr>
              <a:t>Se trata de una matriz donde aparecen en las filas las distintas soluciones y en las columnas los criterios de valoración (sencillez, rapidez, coste, efectividad, etc.)</a:t>
            </a:r>
            <a:endParaRPr lang="es-CO" dirty="0"/>
          </a:p>
        </p:txBody>
      </p:sp>
      <p:pic>
        <p:nvPicPr>
          <p:cNvPr id="5" name="Imagen 4"/>
          <p:cNvPicPr>
            <a:picLocks noChangeAspect="1"/>
          </p:cNvPicPr>
          <p:nvPr/>
        </p:nvPicPr>
        <p:blipFill>
          <a:blip r:embed="rId2"/>
          <a:stretch>
            <a:fillRect/>
          </a:stretch>
        </p:blipFill>
        <p:spPr>
          <a:xfrm>
            <a:off x="353107" y="3258860"/>
            <a:ext cx="5370278" cy="3076626"/>
          </a:xfrm>
          <a:prstGeom prst="rect">
            <a:avLst/>
          </a:prstGeom>
        </p:spPr>
      </p:pic>
      <p:pic>
        <p:nvPicPr>
          <p:cNvPr id="6" name="Imagen 5"/>
          <p:cNvPicPr>
            <a:picLocks noChangeAspect="1"/>
          </p:cNvPicPr>
          <p:nvPr/>
        </p:nvPicPr>
        <p:blipFill>
          <a:blip r:embed="rId3"/>
          <a:stretch>
            <a:fillRect/>
          </a:stretch>
        </p:blipFill>
        <p:spPr>
          <a:xfrm>
            <a:off x="5889326" y="3946013"/>
            <a:ext cx="6210300" cy="1619250"/>
          </a:xfrm>
          <a:prstGeom prst="rect">
            <a:avLst/>
          </a:prstGeom>
        </p:spPr>
      </p:pic>
    </p:spTree>
    <p:extLst>
      <p:ext uri="{BB962C8B-B14F-4D97-AF65-F5344CB8AC3E}">
        <p14:creationId xmlns:p14="http://schemas.microsoft.com/office/powerpoint/2010/main" val="4010185204"/>
      </p:ext>
    </p:extLst>
  </p:cSld>
  <p:clrMapOvr>
    <a:masterClrMapping/>
  </p:clrMapOvr>
</p:sld>
</file>

<file path=ppt/theme/theme1.xml><?xml version="1.0" encoding="utf-8"?>
<a:theme xmlns:a="http://schemas.openxmlformats.org/drawingml/2006/main" name="Sector">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E5026D2E0FE88488153A29B3DFF52EB" ma:contentTypeVersion="0" ma:contentTypeDescription="Crear nuevo documento." ma:contentTypeScope="" ma:versionID="2741dcfb37821b3aca211a9937fee4a1">
  <xsd:schema xmlns:xsd="http://www.w3.org/2001/XMLSchema" xmlns:xs="http://www.w3.org/2001/XMLSchema" xmlns:p="http://schemas.microsoft.com/office/2006/metadata/properties" targetNamespace="http://schemas.microsoft.com/office/2006/metadata/properties" ma:root="true" ma:fieldsID="b037ac2621b9b9c8cd06b50fac5857c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CCDB9A8-FEFA-424D-89AA-2411B66A6FA2}"/>
</file>

<file path=customXml/itemProps2.xml><?xml version="1.0" encoding="utf-8"?>
<ds:datastoreItem xmlns:ds="http://schemas.openxmlformats.org/officeDocument/2006/customXml" ds:itemID="{E6873F10-927B-416E-8168-83135F9211BA}"/>
</file>

<file path=customXml/itemProps3.xml><?xml version="1.0" encoding="utf-8"?>
<ds:datastoreItem xmlns:ds="http://schemas.openxmlformats.org/officeDocument/2006/customXml" ds:itemID="{5515C3AD-1576-4976-AB29-102397E2103B}"/>
</file>

<file path=docProps/app.xml><?xml version="1.0" encoding="utf-8"?>
<Properties xmlns="http://schemas.openxmlformats.org/officeDocument/2006/extended-properties" xmlns:vt="http://schemas.openxmlformats.org/officeDocument/2006/docPropsVTypes">
  <Template>Slice</Template>
  <TotalTime>4464</TotalTime>
  <Words>2551</Words>
  <Application>Microsoft Office PowerPoint</Application>
  <PresentationFormat>Panorámica</PresentationFormat>
  <Paragraphs>213</Paragraphs>
  <Slides>58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58</vt:i4>
      </vt:variant>
    </vt:vector>
  </HeadingPairs>
  <TitlesOfParts>
    <vt:vector size="63" baseType="lpstr">
      <vt:lpstr>Arial</vt:lpstr>
      <vt:lpstr>Calibri</vt:lpstr>
      <vt:lpstr>Century Gothic</vt:lpstr>
      <vt:lpstr>Wingdings 3</vt:lpstr>
      <vt:lpstr>Sector</vt:lpstr>
      <vt:lpstr>Presentación de PowerPoint</vt:lpstr>
      <vt:lpstr>Presentación de PowerPoint</vt:lpstr>
      <vt:lpstr>Diagnóstico de fallos en equipos</vt:lpstr>
      <vt:lpstr>Averías en rodamientos</vt:lpstr>
      <vt:lpstr>Averías en rodamientos</vt:lpstr>
      <vt:lpstr>Averías en  rodamientos</vt:lpstr>
      <vt:lpstr>Averías en cojinetes antifricción </vt:lpstr>
      <vt:lpstr>Averías en cojinetes  antifricción </vt:lpstr>
      <vt:lpstr>Averías en engranajes</vt:lpstr>
      <vt:lpstr>Averías en  engranajes</vt:lpstr>
      <vt:lpstr>Averías en acoples dentados</vt:lpstr>
      <vt:lpstr>Averías en acoples dentados</vt:lpstr>
      <vt:lpstr>Averías en cierres mecánicos</vt:lpstr>
      <vt:lpstr>Averías en cierres mecánicos</vt:lpstr>
      <vt:lpstr>Presentación de PowerPoint</vt:lpstr>
      <vt:lpstr>ANÁLISIS DE AVERÍAS EN MÁQUINAS DE PROCESOS</vt:lpstr>
      <vt:lpstr>AVERÍAS EN BOMBAS CENTRÍFUGAS</vt:lpstr>
      <vt:lpstr>AVERIAS EN BOMBAS  CENTRIFUGAS DE PROCESO</vt:lpstr>
      <vt:lpstr>AVERIAS EN BOMBAS  CENTRIFUGAS DE PROCESO</vt:lpstr>
      <vt:lpstr>AVERIAS EN BOMBAS  CENTRIFUGAS DE PROCESO</vt:lpstr>
      <vt:lpstr>AVERIAS EN BOMBAS  CENTRIFUGAS DE PROCESO</vt:lpstr>
      <vt:lpstr>AVERÍAS EN COMPRESORES CENTRÍFUGOS</vt:lpstr>
      <vt:lpstr>AVERÍAS EN COMPRESORES  CENTRÍFUGOS</vt:lpstr>
      <vt:lpstr>AVERÍAS EN COMPRESORES  CENTRÍFUGOS</vt:lpstr>
      <vt:lpstr>AVERÍAS EN COMPRESORES  CENTRÍFUGOS</vt:lpstr>
      <vt:lpstr>AVERÍAS EN COMPRESORES  CENTRÍFUGOS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ACCIONES CORRECTIVO MODIFICATIVAS 2019-2 ESPECIALIZACIÓN EN MANTENIMIENTO INDUSTRIAL</dc:title>
  <dc:creator>Jaime Leonardo Barbosa Perez</dc:creator>
  <cp:lastModifiedBy>Jaime Leonardo Barbosa Perez</cp:lastModifiedBy>
  <cp:revision>88</cp:revision>
  <cp:lastPrinted>2019-09-03T22:50:31Z</cp:lastPrinted>
  <dcterms:created xsi:type="dcterms:W3CDTF">2019-08-22T14:58:02Z</dcterms:created>
  <dcterms:modified xsi:type="dcterms:W3CDTF">2026-04-29T19:36:15Z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0x0101008E5026D2E0FE88488153A29B3DFF52EB</vt:lpwstr>
  </property>
</Properties>
</file>