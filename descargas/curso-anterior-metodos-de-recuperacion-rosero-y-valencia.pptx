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48" autoAdjust="0"/>
  </p:normalViewPr>
  <p:slideViewPr>
    <p:cSldViewPr snapToGrid="0">
      <p:cViewPr>
        <p:scale>
          <a:sx n="74" d="100"/>
          <a:sy n="74" d="100"/>
        </p:scale>
        <p:origin x="534" y="-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01/11/2025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01/11/2025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01/11/2025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01/11/2025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01/11/2025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01/11/2025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01/11/2025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01/11/2025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01/11/2025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01/11/2025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01/11/2025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01/11/2025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01/11/2025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01/11/2025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2533756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es-ES" sz="6000" dirty="0">
                <a:solidFill>
                  <a:schemeClr val="bg1"/>
                </a:solidFill>
              </a:rPr>
              <a:t>Métodos para la recuperación de partes o componentes.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4523232"/>
            <a:ext cx="10993546" cy="165811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7CEBFF"/>
                </a:solidFill>
              </a:rPr>
              <a:t>Acciones correctivas-Modificativas.</a:t>
            </a:r>
          </a:p>
          <a:p>
            <a:pPr rtl="0"/>
            <a:r>
              <a:rPr lang="es-ES" dirty="0">
                <a:solidFill>
                  <a:srgbClr val="7CEBFF"/>
                </a:solidFill>
              </a:rPr>
              <a:t>Mantenimiento Industrial.</a:t>
            </a:r>
          </a:p>
          <a:p>
            <a:pPr rtl="0"/>
            <a:r>
              <a:rPr lang="es-ES" dirty="0">
                <a:solidFill>
                  <a:srgbClr val="7CEBFF"/>
                </a:solidFill>
              </a:rPr>
              <a:t>Andrés rosero -  Alejandro valencia</a:t>
            </a:r>
          </a:p>
          <a:p>
            <a:pPr rtl="0"/>
            <a:r>
              <a:rPr lang="es-ES" dirty="0">
                <a:solidFill>
                  <a:srgbClr val="7CEBFF"/>
                </a:solidFill>
              </a:rPr>
              <a:t>01 de noviembre de 2025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D12B8-EC3B-4DE6-8394-82D261437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803F34-7B42-F571-A0A6-7B5AE5833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el mantenimiento industrial, la recuperación de partes o componentes es una práctica esencial para reducir costos, disminuir el desperdicio de materiales y aprovechar la vida útil remanente de los equipos.</a:t>
            </a:r>
          </a:p>
          <a:p>
            <a:r>
              <a:rPr lang="es-ES" dirty="0"/>
              <a:t>A diferencia de la sustitución directa, la recuperación permite restaurar las condiciones originales de funcionamiento mediante procesos técnicos que devuelven la funcionalidad, resistencia y precisión a piezas desgastadas o dañadas.</a:t>
            </a:r>
          </a:p>
          <a:p>
            <a:r>
              <a:rPr lang="es-ES" dirty="0"/>
              <a:t>Estos métodos se aplican comúnmente en ejes, engranajes, rodamientos, carcasas, válvulas y componentes hidráulicos o neumáticos. Además, contribuyen al enfoque sostenible del mantenimiento, al disminuir la generación de residuos industriales.</a:t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39932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DE52B-0D13-2AE0-5107-D6B5F8393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Principales métodos de recuperación de partes y componentes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61274A-445D-E40A-E175-D19F9BA508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A continuación, se presentan los métodos más utilizados en la industria para la recuperación de componentes, junto con ejemplos reales de aplicación y su objetivo técnico.</a:t>
            </a:r>
          </a:p>
        </p:txBody>
      </p:sp>
      <p:pic>
        <p:nvPicPr>
          <p:cNvPr id="6" name="Marcador de contenido 5" descr="Motor de un carro&#10;&#10;El contenido generado por IA puede ser incorrecto.">
            <a:extLst>
              <a:ext uri="{FF2B5EF4-FFF2-40B4-BE49-F238E27FC236}">
                <a16:creationId xmlns:a16="http://schemas.microsoft.com/office/drawing/2014/main" id="{E7C07717-B127-C3F8-A56D-FBA25E319D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8075" y="2494316"/>
            <a:ext cx="5422900" cy="3099680"/>
          </a:xfrm>
        </p:spPr>
      </p:pic>
    </p:spTree>
    <p:extLst>
      <p:ext uri="{BB962C8B-B14F-4D97-AF65-F5344CB8AC3E}">
        <p14:creationId xmlns:p14="http://schemas.microsoft.com/office/powerpoint/2010/main" val="2185003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E365264-3A84-E89E-45BA-8F8FBEE9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Soldadura y recargue</a:t>
            </a:r>
          </a:p>
        </p:txBody>
      </p:sp>
      <p:pic>
        <p:nvPicPr>
          <p:cNvPr id="11" name="Marcador de contenido 10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24C1CE7C-D7C7-0950-1CA3-F561F62AFD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489060"/>
            <a:ext cx="5422900" cy="3110192"/>
          </a:xfrm>
        </p:spPr>
      </p:pic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AB0764B2-2BC0-AACB-7EF1-9BCB494D6F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ES" dirty="0"/>
              <a:t>Consiste en aplicar material de aporte metálico sobre la superficie dañada para restaurar su forma original. Se utiliza cuando el componente presenta fisuras, desgaste o pérdida de material.</a:t>
            </a:r>
          </a:p>
          <a:p>
            <a:r>
              <a:rPr lang="es-ES" dirty="0"/>
              <a:t>Ventajas:</a:t>
            </a:r>
            <a:br>
              <a:rPr lang="es-ES" dirty="0"/>
            </a:br>
            <a:r>
              <a:rPr lang="es-ES" dirty="0"/>
              <a:t>• Bajo costo frente al reemplazo completo.</a:t>
            </a:r>
            <a:br>
              <a:rPr lang="es-ES" dirty="0"/>
            </a:br>
            <a:r>
              <a:rPr lang="es-ES" dirty="0"/>
              <a:t>• Aumenta la resistencia superficial.</a:t>
            </a:r>
          </a:p>
        </p:txBody>
      </p:sp>
    </p:spTree>
    <p:extLst>
      <p:ext uri="{BB962C8B-B14F-4D97-AF65-F5344CB8AC3E}">
        <p14:creationId xmlns:p14="http://schemas.microsoft.com/office/powerpoint/2010/main" val="4227782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3261E-1E9A-023D-26F2-834139337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Mecanizado y rectificado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DE5A18-1D14-BAFF-4C72-CD3ED58596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Consiste en eliminar el material deteriorado mediante procesos de torneado, fresado o rectificado, para lograr nuevamente las tolerancias dimensionales originales.</a:t>
            </a:r>
          </a:p>
          <a:p>
            <a:r>
              <a:rPr lang="es-ES" dirty="0"/>
              <a:t>Ventajas:</a:t>
            </a:r>
            <a:br>
              <a:rPr lang="es-ES" dirty="0"/>
            </a:br>
            <a:r>
              <a:rPr lang="es-ES" dirty="0"/>
              <a:t>• Alta precisión dimensional.</a:t>
            </a:r>
            <a:br>
              <a:rPr lang="es-ES" dirty="0"/>
            </a:br>
            <a:r>
              <a:rPr lang="es-ES" dirty="0"/>
              <a:t>• Mejora del acabado superficial.</a:t>
            </a:r>
          </a:p>
        </p:txBody>
      </p:sp>
      <p:pic>
        <p:nvPicPr>
          <p:cNvPr id="6" name="Marcador de contenido 5" descr="Reflejo en el espejo&#10;&#10;El contenido generado por IA puede ser incorrecto.">
            <a:extLst>
              <a:ext uri="{FF2B5EF4-FFF2-40B4-BE49-F238E27FC236}">
                <a16:creationId xmlns:a16="http://schemas.microsoft.com/office/drawing/2014/main" id="{6961C332-8F41-8956-CFF5-F04C698C28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8075" y="2614290"/>
            <a:ext cx="5422900" cy="2859732"/>
          </a:xfrm>
        </p:spPr>
      </p:pic>
    </p:spTree>
    <p:extLst>
      <p:ext uri="{BB962C8B-B14F-4D97-AF65-F5344CB8AC3E}">
        <p14:creationId xmlns:p14="http://schemas.microsoft.com/office/powerpoint/2010/main" val="1188055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64696-7564-B9B0-FEF6-DEFC9718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Metalización o recubrimiento superficial</a:t>
            </a:r>
          </a:p>
        </p:txBody>
      </p:sp>
      <p:pic>
        <p:nvPicPr>
          <p:cNvPr id="6" name="Marcador de contenido 5" descr="Un par de personas con instrumentos musicales en un escenario&#10;&#10;El contenido generado por IA puede ser incorrecto.">
            <a:extLst>
              <a:ext uri="{FF2B5EF4-FFF2-40B4-BE49-F238E27FC236}">
                <a16:creationId xmlns:a16="http://schemas.microsoft.com/office/drawing/2014/main" id="{C745832E-B836-557D-97D9-BFDC31D14B6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54075" y="2420144"/>
            <a:ext cx="4876800" cy="3248025"/>
          </a:xfr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976764-2EDD-D762-47A6-A4237487B9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Es la aplicación de una capa metálica sobre el componente par mejorar su resistencia al desgaste o corrosión. Se realiza mediante técnicas como proyección térmica, cromado duro o niquelado químico.</a:t>
            </a:r>
          </a:p>
          <a:p>
            <a:r>
              <a:rPr lang="es-ES" dirty="0"/>
              <a:t>Ventajas:</a:t>
            </a:r>
            <a:br>
              <a:rPr lang="es-ES" dirty="0"/>
            </a:br>
            <a:r>
              <a:rPr lang="es-ES" dirty="0"/>
              <a:t>• Mejora la durabilidad del componente.</a:t>
            </a:r>
            <a:br>
              <a:rPr lang="es-ES" dirty="0"/>
            </a:br>
            <a:r>
              <a:rPr lang="es-ES" dirty="0"/>
              <a:t>• Permite recuperar tolerancias sin generar deformaciones.</a:t>
            </a:r>
          </a:p>
        </p:txBody>
      </p:sp>
    </p:spTree>
    <p:extLst>
      <p:ext uri="{BB962C8B-B14F-4D97-AF65-F5344CB8AC3E}">
        <p14:creationId xmlns:p14="http://schemas.microsoft.com/office/powerpoint/2010/main" val="2061119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6D7D3-479C-5ED9-7935-D9768F4F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75490-0AB7-9CC7-89A2-685D8FF56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s-ES" dirty="0"/>
              <a:t>PROCESO DE TRATAMIENTO TERMICO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947E3A-752B-27CE-0663-79F96D246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 fontScale="92500" lnSpcReduction="10000"/>
          </a:bodyPr>
          <a:lstStyle/>
          <a:p>
            <a:r>
              <a:rPr lang="es-ES" sz="1900" dirty="0"/>
              <a:t>Los tratamientos térmicos son procesos aplicados a los metales para modificar sus propiedades mecánicas, físicas o químicas, sin cambiar su forma. Son fundamentales en la ingeniería y la metalurgia para mejorar la dureza, resistencia, tenacidad, ductilidad, y otras características del material.</a:t>
            </a:r>
          </a:p>
          <a:p>
            <a:r>
              <a:rPr lang="es-ES" sz="1900" dirty="0"/>
              <a:t>Tipos:</a:t>
            </a:r>
          </a:p>
          <a:p>
            <a:r>
              <a:rPr lang="es-ES" sz="1900" dirty="0"/>
              <a:t>Recocidos </a:t>
            </a:r>
          </a:p>
          <a:p>
            <a:r>
              <a:rPr lang="es-ES" sz="1900" dirty="0"/>
              <a:t>Temple</a:t>
            </a:r>
          </a:p>
          <a:p>
            <a:r>
              <a:rPr lang="es-ES" sz="1900" dirty="0"/>
              <a:t>Revenido</a:t>
            </a:r>
          </a:p>
          <a:p>
            <a:r>
              <a:rPr lang="es-ES" sz="1900" dirty="0"/>
              <a:t>Normalizado</a:t>
            </a:r>
          </a:p>
        </p:txBody>
      </p:sp>
      <p:pic>
        <p:nvPicPr>
          <p:cNvPr id="8" name="Marcador de contenido 7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DD9B376F-58B4-2EA7-F95E-9EAE8BA11B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32803" y="2472744"/>
            <a:ext cx="4786654" cy="3388306"/>
          </a:xfrm>
        </p:spPr>
      </p:pic>
    </p:spTree>
    <p:extLst>
      <p:ext uri="{BB962C8B-B14F-4D97-AF65-F5344CB8AC3E}">
        <p14:creationId xmlns:p14="http://schemas.microsoft.com/office/powerpoint/2010/main" val="3024334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16940-3CBE-9918-B668-AC32CA2E8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15C137-0F83-481F-C165-EB084556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s-ES" dirty="0"/>
              <a:t>PROCESO de recuperación de piezas superficial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4F99AB-AA64-5AD3-E200-F13C7B153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832" y="2266682"/>
            <a:ext cx="5422390" cy="3633005"/>
          </a:xfrm>
        </p:spPr>
        <p:txBody>
          <a:bodyPr anchor="ctr">
            <a:normAutofit fontScale="85000" lnSpcReduction="10000"/>
          </a:bodyPr>
          <a:lstStyle/>
          <a:p>
            <a:r>
              <a:rPr lang="es-ES" sz="1900" dirty="0"/>
              <a:t>El proceso de recuperación de piezas por pintura es una técnica utilizada para restaurar, proteger y mejorar la apariencia de piezas metálicas o de otros materiales que han sufrido desgaste, corrosión o daño superficial.</a:t>
            </a:r>
          </a:p>
          <a:p>
            <a:r>
              <a:rPr lang="es-ES" sz="1900" dirty="0"/>
              <a:t>Etapas:</a:t>
            </a:r>
          </a:p>
          <a:p>
            <a:r>
              <a:rPr lang="es-ES" sz="1900" dirty="0"/>
              <a:t>Inspección inicial</a:t>
            </a:r>
          </a:p>
          <a:p>
            <a:r>
              <a:rPr lang="es-ES" sz="1900" dirty="0"/>
              <a:t>Limpieza y preparación de superficies</a:t>
            </a:r>
          </a:p>
          <a:p>
            <a:r>
              <a:rPr lang="es-ES" sz="1900" dirty="0"/>
              <a:t>Reparación de imperfecciones</a:t>
            </a:r>
          </a:p>
          <a:p>
            <a:r>
              <a:rPr lang="es-ES" sz="1900" dirty="0"/>
              <a:t>Aplicación de imprimación </a:t>
            </a:r>
          </a:p>
          <a:p>
            <a:r>
              <a:rPr lang="es-ES" sz="1900" dirty="0"/>
              <a:t>Pintura</a:t>
            </a:r>
          </a:p>
          <a:p>
            <a:r>
              <a:rPr lang="es-ES" sz="1900" dirty="0"/>
              <a:t>Secado</a:t>
            </a:r>
          </a:p>
          <a:p>
            <a:pPr marL="0" indent="0">
              <a:buNone/>
            </a:pPr>
            <a:endParaRPr lang="es-ES" sz="1900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7E8D11EF-EEB4-B378-ADBF-3EFC8ACED9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05352" y="2228045"/>
            <a:ext cx="3245476" cy="3464417"/>
          </a:xfrm>
        </p:spPr>
      </p:pic>
    </p:spTree>
    <p:extLst>
      <p:ext uri="{BB962C8B-B14F-4D97-AF65-F5344CB8AC3E}">
        <p14:creationId xmlns:p14="http://schemas.microsoft.com/office/powerpoint/2010/main" val="511972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09041E-C6D6-43B1-D9DD-FFF08F6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s-ES" dirty="0"/>
              <a:t>Sustitución parcial de componentes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6D5067-3217-C318-3BC8-04578F206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s-ES" dirty="0"/>
              <a:t>Es cuando se reemplazan solo las partes internas dañadas del conjunto, manteniendo el resto del componente original. </a:t>
            </a:r>
          </a:p>
          <a:p>
            <a:r>
              <a:rPr lang="es-ES" dirty="0"/>
              <a:t>Ventajas:</a:t>
            </a:r>
            <a:br>
              <a:rPr lang="es-ES" dirty="0"/>
            </a:br>
            <a:r>
              <a:rPr lang="es-ES" dirty="0"/>
              <a:t>• Reducción de costos de repuestos.</a:t>
            </a:r>
            <a:br>
              <a:rPr lang="es-ES" dirty="0"/>
            </a:br>
            <a:r>
              <a:rPr lang="es-ES" dirty="0"/>
              <a:t>• Disminuye el tiempo de parada.</a:t>
            </a:r>
          </a:p>
        </p:txBody>
      </p:sp>
      <p:pic>
        <p:nvPicPr>
          <p:cNvPr id="6" name="Marcador de contenido 5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38DF5542-4631-93AA-DA10-D7A026480C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8417" y="2240349"/>
            <a:ext cx="5422392" cy="3608355"/>
          </a:xfrm>
          <a:noFill/>
        </p:spPr>
      </p:pic>
    </p:spTree>
    <p:extLst>
      <p:ext uri="{BB962C8B-B14F-4D97-AF65-F5344CB8AC3E}">
        <p14:creationId xmlns:p14="http://schemas.microsoft.com/office/powerpoint/2010/main" val="3248570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3CF0DC-F023-6315-8616-E8C1EC57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s-ES" dirty="0"/>
              <a:t>Restauración con polímeros y compuestos epóxicos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0FC757-2EDE-BF4B-7A68-04F63BC95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anchor="ctr">
            <a:normAutofit/>
          </a:bodyPr>
          <a:lstStyle/>
          <a:p>
            <a:r>
              <a:rPr lang="es-ES" dirty="0"/>
              <a:t>Es cuando se usan materiales polímeros o epóxicos reforzados con metales para reparar fugas, grietas o erosión superficial. </a:t>
            </a:r>
          </a:p>
          <a:p>
            <a:r>
              <a:rPr lang="es-ES" dirty="0"/>
              <a:t>Ventajas:</a:t>
            </a:r>
            <a:br>
              <a:rPr lang="es-ES" dirty="0"/>
            </a:br>
            <a:r>
              <a:rPr lang="es-ES" dirty="0"/>
              <a:t>• No requiere calor ni soldadura.</a:t>
            </a:r>
            <a:br>
              <a:rPr lang="es-ES" dirty="0"/>
            </a:br>
            <a:r>
              <a:rPr lang="es-ES" dirty="0"/>
              <a:t>• Ideal para componentes no sometidos a altas cargas. </a:t>
            </a:r>
          </a:p>
        </p:txBody>
      </p:sp>
      <p:pic>
        <p:nvPicPr>
          <p:cNvPr id="9" name="Marcador de contenido 8" descr="Imagen que contiene interior, tabla, pequeño, mostrador&#10;&#10;El contenido generado por IA puede ser incorrecto.">
            <a:extLst>
              <a:ext uri="{FF2B5EF4-FFF2-40B4-BE49-F238E27FC236}">
                <a16:creationId xmlns:a16="http://schemas.microsoft.com/office/drawing/2014/main" id="{A8A5709D-A5BD-ACB8-6DA5-109AA2C153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30387" y="2227263"/>
            <a:ext cx="3924175" cy="3633787"/>
          </a:xfrm>
        </p:spPr>
      </p:pic>
      <p:sp>
        <p:nvSpPr>
          <p:cNvPr id="7" name="AutoShape 2" descr="Resina Epoxica Carga De Acero 0.5 Kg Weicon A | MercadoLibre">
            <a:extLst>
              <a:ext uri="{FF2B5EF4-FFF2-40B4-BE49-F238E27FC236}">
                <a16:creationId xmlns:a16="http://schemas.microsoft.com/office/drawing/2014/main" id="{512BDA5A-0B39-CECF-DEE4-ECFADD4ED0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84124" y="2317124"/>
            <a:ext cx="1264276" cy="126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8165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12395-BFB2-17D4-8A5B-37603B0AD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s-ES" dirty="0"/>
              <a:t>Balanceo y alineación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DECB9F-08BA-5759-1885-649A0E32BF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s-ES" dirty="0"/>
              <a:t>Es el proceso de corrección del desbalance o desalineación que afecta el funcionamiento de componentes rotativos. </a:t>
            </a:r>
          </a:p>
          <a:p>
            <a:r>
              <a:rPr lang="es-ES" dirty="0"/>
              <a:t>Ventajas:</a:t>
            </a:r>
            <a:br>
              <a:rPr lang="es-ES" dirty="0"/>
            </a:br>
            <a:r>
              <a:rPr lang="es-ES" dirty="0"/>
              <a:t>• Aumenta la vida útil del componente.</a:t>
            </a:r>
            <a:br>
              <a:rPr lang="es-ES" dirty="0"/>
            </a:br>
            <a:r>
              <a:rPr lang="es-ES" dirty="0"/>
              <a:t>• Disminuye vibraciones y consumo energético.</a:t>
            </a:r>
          </a:p>
        </p:txBody>
      </p:sp>
      <p:pic>
        <p:nvPicPr>
          <p:cNvPr id="6" name="Marcador de contenido 5" descr="Imagen que contiene interior, edificio, tren, metal&#10;&#10;El contenido generado por IA puede ser incorrecto.">
            <a:extLst>
              <a:ext uri="{FF2B5EF4-FFF2-40B4-BE49-F238E27FC236}">
                <a16:creationId xmlns:a16="http://schemas.microsoft.com/office/drawing/2014/main" id="{22BB7B1D-0E59-574E-2AA0-EA4DC81541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17879" r="2" b="31872"/>
          <a:stretch>
            <a:fillRect/>
          </a:stretch>
        </p:blipFill>
        <p:spPr>
          <a:xfrm>
            <a:off x="6188417" y="2228003"/>
            <a:ext cx="5422392" cy="3633047"/>
          </a:xfrm>
          <a:noFill/>
        </p:spPr>
      </p:pic>
    </p:spTree>
    <p:extLst>
      <p:ext uri="{BB962C8B-B14F-4D97-AF65-F5344CB8AC3E}">
        <p14:creationId xmlns:p14="http://schemas.microsoft.com/office/powerpoint/2010/main" val="2715202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2C432-29D0-6B71-D0EC-E55A32614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Y por último…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4DBCE0-2898-F51C-2082-893758585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conclusión, los métodos de recuperación de componentes son una estrategia técnica clave dentro del mantenimiento correctivo y modificativo. Su aplicación adecuada permite reducir costos operativos, prolongar la vida útil de los equipos y mantener la continuidad de la producción.</a:t>
            </a:r>
          </a:p>
          <a:p>
            <a:r>
              <a:rPr lang="es-ES" dirty="0"/>
              <a:t>Además, representan una práctica sostenible al minimizar el consumo de repuestos nuevos y la generación de desechos metálicos. La selección del método adecuado debe basarse en el tipo de falla, el material del componente, las condiciones de operación y el análisis de costo-beneficio.</a:t>
            </a:r>
          </a:p>
        </p:txBody>
      </p:sp>
    </p:spTree>
    <p:extLst>
      <p:ext uri="{BB962C8B-B14F-4D97-AF65-F5344CB8AC3E}">
        <p14:creationId xmlns:p14="http://schemas.microsoft.com/office/powerpoint/2010/main" val="544138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D9920-17A5-817A-FE44-A77BC24F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¡muchas gracias!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B448E6-BCCE-F834-5868-F5D87DC86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292237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5100978C-2FED-4924-A361-B41D84939257}" vid="{25CF639B-5889-461C-BBE4-AF11682D502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5026D2E0FE88488153A29B3DFF52EB" ma:contentTypeVersion="3" ma:contentTypeDescription="Crear nuevo documento." ma:contentTypeScope="" ma:versionID="21910e2e0e3d3a18c69eafede869fe81">
  <xsd:schema xmlns:xsd="http://www.w3.org/2001/XMLSchema" xmlns:xs="http://www.w3.org/2001/XMLSchema" xmlns:p="http://schemas.microsoft.com/office/2006/metadata/properties" xmlns:ns2="732eacde-151a-4416-9e6c-b7f18d69a314" targetNamespace="http://schemas.microsoft.com/office/2006/metadata/properties" ma:root="true" ma:fieldsID="3f4e17f172f069d4f2e8bcfdf8bab442" ns2:_="">
    <xsd:import namespace="732eacde-151a-4416-9e6c-b7f18d69a3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2eacde-151a-4416-9e6c-b7f18d69a3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F0A1EE4-1D36-4811-A742-8755959B8663}"/>
</file>

<file path=customXml/itemProps2.xml><?xml version="1.0" encoding="utf-8"?>
<ds:datastoreItem xmlns:ds="http://schemas.openxmlformats.org/officeDocument/2006/customXml" ds:itemID="{6D88B623-90AB-43E5-B9EA-A8C1DA996781}"/>
</file>

<file path=customXml/itemProps3.xml><?xml version="1.0" encoding="utf-8"?>
<ds:datastoreItem xmlns:ds="http://schemas.openxmlformats.org/officeDocument/2006/customXml" ds:itemID="{58122936-6E62-44BD-BBBF-5FAA4C3067A9}"/>
</file>

<file path=docProps/app.xml><?xml version="1.0" encoding="utf-8"?>
<Properties xmlns="http://schemas.openxmlformats.org/officeDocument/2006/extended-properties" xmlns:vt="http://schemas.openxmlformats.org/officeDocument/2006/docPropsVTypes">
  <Template>Trabajo 2 MÃ©️todos para la recuperaciÃ³n de partes o componentes Alejandro Valencia - AndrÃ©️s Rosero</Template>
  <TotalTime>59</TotalTime>
  <Words>665</Words>
  <Application>Microsoft Office PowerPoint</Application>
  <PresentationFormat>Panorámica</PresentationFormat>
  <Paragraphs>50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Gill Sans MT</vt:lpstr>
      <vt:lpstr>Wingdings 2</vt:lpstr>
      <vt:lpstr>Personalizado</vt:lpstr>
      <vt:lpstr>Métodos para la recuperación de partes o componentes.</vt:lpstr>
      <vt:lpstr>Introducción</vt:lpstr>
      <vt:lpstr>Principales métodos de recuperación de partes y componentes</vt:lpstr>
      <vt:lpstr>Soldadura y recargue</vt:lpstr>
      <vt:lpstr>Mecanizado y rectificado</vt:lpstr>
      <vt:lpstr>Metalización o recubrimiento superficial</vt:lpstr>
      <vt:lpstr>PROCESO DE TRATAMIENTO TERMICO</vt:lpstr>
      <vt:lpstr>PROCESO de recuperación de piezas superficial</vt:lpstr>
      <vt:lpstr>Sustitución parcial de componentes</vt:lpstr>
      <vt:lpstr>Restauración con polímeros y compuestos epóxicos</vt:lpstr>
      <vt:lpstr>Balanceo y alineación</vt:lpstr>
      <vt:lpstr>Y por último…</vt:lpstr>
      <vt:lpstr>¡muchas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Valencia Mejia</dc:creator>
  <cp:lastModifiedBy>Alejandro Valencia Mejia</cp:lastModifiedBy>
  <cp:revision>1</cp:revision>
  <dcterms:created xsi:type="dcterms:W3CDTF">2025-11-01T14:57:17Z</dcterms:created>
  <dcterms:modified xsi:type="dcterms:W3CDTF">2025-11-01T15:56:33Z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0x0101008E5026D2E0FE88488153A29B3DFF52EB</vt:lpwstr>
  </property>
</Properties>
</file>