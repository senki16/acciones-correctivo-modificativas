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5"/>
  </p:notesMasterIdLst>
  <p:sldIdLst>
    <p:sldId id="329" r:id="rId2"/>
    <p:sldId id="330" r:id="rId3"/>
    <p:sldId id="336" r:id="rId4"/>
    <p:sldId id="337" r:id="rId5"/>
    <p:sldId id="338" r:id="rId6"/>
    <p:sldId id="331" r:id="rId7"/>
    <p:sldId id="333" r:id="rId8"/>
    <p:sldId id="334" r:id="rId9"/>
    <p:sldId id="405" r:id="rId10"/>
    <p:sldId id="406" r:id="rId11"/>
    <p:sldId id="408" r:id="rId12"/>
    <p:sldId id="407" r:id="rId13"/>
    <p:sldId id="409" r:id="rId14"/>
    <p:sldId id="410" r:id="rId15"/>
    <p:sldId id="411" r:id="rId16"/>
    <p:sldId id="332" r:id="rId17"/>
    <p:sldId id="412" r:id="rId18"/>
    <p:sldId id="369" r:id="rId19"/>
    <p:sldId id="375" r:id="rId20"/>
    <p:sldId id="413" r:id="rId21"/>
    <p:sldId id="414" r:id="rId22"/>
    <p:sldId id="415" r:id="rId23"/>
    <p:sldId id="416" r:id="rId24"/>
    <p:sldId id="417" r:id="rId25"/>
    <p:sldId id="418" r:id="rId26"/>
    <p:sldId id="420" r:id="rId27"/>
    <p:sldId id="424" r:id="rId28"/>
    <p:sldId id="419" r:id="rId29"/>
    <p:sldId id="425" r:id="rId30"/>
    <p:sldId id="426" r:id="rId31"/>
    <p:sldId id="441" r:id="rId32"/>
    <p:sldId id="427" r:id="rId33"/>
    <p:sldId id="429" r:id="rId34"/>
    <p:sldId id="430" r:id="rId35"/>
    <p:sldId id="431" r:id="rId36"/>
    <p:sldId id="433" r:id="rId37"/>
    <p:sldId id="434" r:id="rId38"/>
    <p:sldId id="435" r:id="rId39"/>
    <p:sldId id="436" r:id="rId40"/>
    <p:sldId id="437" r:id="rId41"/>
    <p:sldId id="438" r:id="rId42"/>
    <p:sldId id="439" r:id="rId43"/>
    <p:sldId id="440" r:id="rId44"/>
    <p:sldId id="442" r:id="rId45"/>
    <p:sldId id="444" r:id="rId46"/>
    <p:sldId id="445" r:id="rId47"/>
    <p:sldId id="443" r:id="rId48"/>
    <p:sldId id="446" r:id="rId49"/>
    <p:sldId id="447" r:id="rId50"/>
    <p:sldId id="448" r:id="rId51"/>
    <p:sldId id="364" r:id="rId52"/>
    <p:sldId id="399" r:id="rId53"/>
    <p:sldId id="400" r:id="rId54"/>
  </p:sldIdLst>
  <p:sldSz cx="12192000" cy="6858000"/>
  <p:notesSz cx="6985000" cy="9283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Leonardo Barbosa Perez" userId="3291dd0c0a50a603" providerId="LiveId" clId="{215C019D-1D12-470B-93BD-6A7D069EA818}"/>
    <pc:docChg chg="delSld modSld">
      <pc:chgData name="Jaime Leonardo Barbosa Perez" userId="3291dd0c0a50a603" providerId="LiveId" clId="{215C019D-1D12-470B-93BD-6A7D069EA818}" dt="2026-04-29T19:41:18.395" v="11" actId="47"/>
      <pc:docMkLst>
        <pc:docMk/>
      </pc:docMkLst>
      <pc:sldChg chg="modSp del mod">
        <pc:chgData name="Jaime Leonardo Barbosa Perez" userId="3291dd0c0a50a603" providerId="LiveId" clId="{215C019D-1D12-470B-93BD-6A7D069EA818}" dt="2026-04-29T19:34:10.737" v="6" actId="47"/>
        <pc:sldMkLst>
          <pc:docMk/>
          <pc:sldMk cId="3632598554" sldId="257"/>
        </pc:sldMkLst>
        <pc:spChg chg="mod">
          <ac:chgData name="Jaime Leonardo Barbosa Perez" userId="3291dd0c0a50a603" providerId="LiveId" clId="{215C019D-1D12-470B-93BD-6A7D069EA818}" dt="2026-04-29T19:10:46.582" v="5" actId="20577"/>
          <ac:spMkLst>
            <pc:docMk/>
            <pc:sldMk cId="3632598554" sldId="257"/>
            <ac:spMk id="4" creationId="{00000000-0000-0000-0000-000000000000}"/>
          </ac:spMkLst>
        </pc:spChg>
      </pc:sldChg>
      <pc:sldChg chg="del">
        <pc:chgData name="Jaime Leonardo Barbosa Perez" userId="3291dd0c0a50a603" providerId="LiveId" clId="{215C019D-1D12-470B-93BD-6A7D069EA818}" dt="2026-04-29T19:34:10.737" v="6" actId="47"/>
        <pc:sldMkLst>
          <pc:docMk/>
          <pc:sldMk cId="3194240845" sldId="258"/>
        </pc:sldMkLst>
      </pc:sldChg>
      <pc:sldChg chg="del">
        <pc:chgData name="Jaime Leonardo Barbosa Perez" userId="3291dd0c0a50a603" providerId="LiveId" clId="{215C019D-1D12-470B-93BD-6A7D069EA818}" dt="2026-04-29T19:34:10.737" v="6" actId="47"/>
        <pc:sldMkLst>
          <pc:docMk/>
          <pc:sldMk cId="1228325553" sldId="259"/>
        </pc:sldMkLst>
      </pc:sldChg>
      <pc:sldChg chg="del">
        <pc:chgData name="Jaime Leonardo Barbosa Perez" userId="3291dd0c0a50a603" providerId="LiveId" clId="{215C019D-1D12-470B-93BD-6A7D069EA818}" dt="2026-04-29T19:34:10.737" v="6" actId="47"/>
        <pc:sldMkLst>
          <pc:docMk/>
          <pc:sldMk cId="2973324831" sldId="260"/>
        </pc:sldMkLst>
      </pc:sldChg>
      <pc:sldChg chg="del">
        <pc:chgData name="Jaime Leonardo Barbosa Perez" userId="3291dd0c0a50a603" providerId="LiveId" clId="{215C019D-1D12-470B-93BD-6A7D069EA818}" dt="2026-04-29T19:34:10.737" v="6" actId="47"/>
        <pc:sldMkLst>
          <pc:docMk/>
          <pc:sldMk cId="488838673" sldId="261"/>
        </pc:sldMkLst>
      </pc:sldChg>
      <pc:sldChg chg="del">
        <pc:chgData name="Jaime Leonardo Barbosa Perez" userId="3291dd0c0a50a603" providerId="LiveId" clId="{215C019D-1D12-470B-93BD-6A7D069EA818}" dt="2026-04-29T19:34:10.737" v="6" actId="47"/>
        <pc:sldMkLst>
          <pc:docMk/>
          <pc:sldMk cId="1210623521" sldId="262"/>
        </pc:sldMkLst>
      </pc:sldChg>
      <pc:sldChg chg="del">
        <pc:chgData name="Jaime Leonardo Barbosa Perez" userId="3291dd0c0a50a603" providerId="LiveId" clId="{215C019D-1D12-470B-93BD-6A7D069EA818}" dt="2026-04-29T19:34:10.737" v="6" actId="47"/>
        <pc:sldMkLst>
          <pc:docMk/>
          <pc:sldMk cId="3638247787" sldId="263"/>
        </pc:sldMkLst>
      </pc:sldChg>
      <pc:sldChg chg="del">
        <pc:chgData name="Jaime Leonardo Barbosa Perez" userId="3291dd0c0a50a603" providerId="LiveId" clId="{215C019D-1D12-470B-93BD-6A7D069EA818}" dt="2026-04-29T19:34:10.737" v="6" actId="47"/>
        <pc:sldMkLst>
          <pc:docMk/>
          <pc:sldMk cId="3806171533" sldId="264"/>
        </pc:sldMkLst>
      </pc:sldChg>
      <pc:sldChg chg="del">
        <pc:chgData name="Jaime Leonardo Barbosa Perez" userId="3291dd0c0a50a603" providerId="LiveId" clId="{215C019D-1D12-470B-93BD-6A7D069EA818}" dt="2026-04-29T19:34:10.737" v="6" actId="47"/>
        <pc:sldMkLst>
          <pc:docMk/>
          <pc:sldMk cId="1722360227" sldId="265"/>
        </pc:sldMkLst>
      </pc:sldChg>
      <pc:sldChg chg="del">
        <pc:chgData name="Jaime Leonardo Barbosa Perez" userId="3291dd0c0a50a603" providerId="LiveId" clId="{215C019D-1D12-470B-93BD-6A7D069EA818}" dt="2026-04-29T19:34:10.737" v="6" actId="47"/>
        <pc:sldMkLst>
          <pc:docMk/>
          <pc:sldMk cId="3263730342" sldId="266"/>
        </pc:sldMkLst>
      </pc:sldChg>
      <pc:sldChg chg="del">
        <pc:chgData name="Jaime Leonardo Barbosa Perez" userId="3291dd0c0a50a603" providerId="LiveId" clId="{215C019D-1D12-470B-93BD-6A7D069EA818}" dt="2026-04-29T19:34:10.737" v="6" actId="47"/>
        <pc:sldMkLst>
          <pc:docMk/>
          <pc:sldMk cId="529870024" sldId="267"/>
        </pc:sldMkLst>
      </pc:sldChg>
      <pc:sldChg chg="del">
        <pc:chgData name="Jaime Leonardo Barbosa Perez" userId="3291dd0c0a50a603" providerId="LiveId" clId="{215C019D-1D12-470B-93BD-6A7D069EA818}" dt="2026-04-29T19:34:10.737" v="6" actId="47"/>
        <pc:sldMkLst>
          <pc:docMk/>
          <pc:sldMk cId="3117262303" sldId="268"/>
        </pc:sldMkLst>
      </pc:sldChg>
      <pc:sldChg chg="del">
        <pc:chgData name="Jaime Leonardo Barbosa Perez" userId="3291dd0c0a50a603" providerId="LiveId" clId="{215C019D-1D12-470B-93BD-6A7D069EA818}" dt="2026-04-29T19:34:10.737" v="6" actId="47"/>
        <pc:sldMkLst>
          <pc:docMk/>
          <pc:sldMk cId="4201764476" sldId="269"/>
        </pc:sldMkLst>
      </pc:sldChg>
      <pc:sldChg chg="del">
        <pc:chgData name="Jaime Leonardo Barbosa Perez" userId="3291dd0c0a50a603" providerId="LiveId" clId="{215C019D-1D12-470B-93BD-6A7D069EA818}" dt="2026-04-29T19:34:10.737" v="6" actId="47"/>
        <pc:sldMkLst>
          <pc:docMk/>
          <pc:sldMk cId="295801070" sldId="270"/>
        </pc:sldMkLst>
      </pc:sldChg>
      <pc:sldChg chg="del">
        <pc:chgData name="Jaime Leonardo Barbosa Perez" userId="3291dd0c0a50a603" providerId="LiveId" clId="{215C019D-1D12-470B-93BD-6A7D069EA818}" dt="2026-04-29T19:34:10.737" v="6" actId="47"/>
        <pc:sldMkLst>
          <pc:docMk/>
          <pc:sldMk cId="78880706" sldId="271"/>
        </pc:sldMkLst>
      </pc:sldChg>
      <pc:sldChg chg="del">
        <pc:chgData name="Jaime Leonardo Barbosa Perez" userId="3291dd0c0a50a603" providerId="LiveId" clId="{215C019D-1D12-470B-93BD-6A7D069EA818}" dt="2026-04-29T19:34:10.737" v="6" actId="47"/>
        <pc:sldMkLst>
          <pc:docMk/>
          <pc:sldMk cId="1737682235" sldId="272"/>
        </pc:sldMkLst>
      </pc:sldChg>
      <pc:sldChg chg="del">
        <pc:chgData name="Jaime Leonardo Barbosa Perez" userId="3291dd0c0a50a603" providerId="LiveId" clId="{215C019D-1D12-470B-93BD-6A7D069EA818}" dt="2026-04-29T19:34:10.737" v="6" actId="47"/>
        <pc:sldMkLst>
          <pc:docMk/>
          <pc:sldMk cId="404030462" sldId="273"/>
        </pc:sldMkLst>
      </pc:sldChg>
      <pc:sldChg chg="del">
        <pc:chgData name="Jaime Leonardo Barbosa Perez" userId="3291dd0c0a50a603" providerId="LiveId" clId="{215C019D-1D12-470B-93BD-6A7D069EA818}" dt="2026-04-29T19:34:10.737" v="6" actId="47"/>
        <pc:sldMkLst>
          <pc:docMk/>
          <pc:sldMk cId="2741705527" sldId="274"/>
        </pc:sldMkLst>
      </pc:sldChg>
      <pc:sldChg chg="del">
        <pc:chgData name="Jaime Leonardo Barbosa Perez" userId="3291dd0c0a50a603" providerId="LiveId" clId="{215C019D-1D12-470B-93BD-6A7D069EA818}" dt="2026-04-29T19:34:10.737" v="6" actId="47"/>
        <pc:sldMkLst>
          <pc:docMk/>
          <pc:sldMk cId="3488004092" sldId="275"/>
        </pc:sldMkLst>
      </pc:sldChg>
      <pc:sldChg chg="del">
        <pc:chgData name="Jaime Leonardo Barbosa Perez" userId="3291dd0c0a50a603" providerId="LiveId" clId="{215C019D-1D12-470B-93BD-6A7D069EA818}" dt="2026-04-29T19:34:10.737" v="6" actId="47"/>
        <pc:sldMkLst>
          <pc:docMk/>
          <pc:sldMk cId="2392968495" sldId="276"/>
        </pc:sldMkLst>
      </pc:sldChg>
      <pc:sldChg chg="del">
        <pc:chgData name="Jaime Leonardo Barbosa Perez" userId="3291dd0c0a50a603" providerId="LiveId" clId="{215C019D-1D12-470B-93BD-6A7D069EA818}" dt="2026-04-29T19:34:10.737" v="6" actId="47"/>
        <pc:sldMkLst>
          <pc:docMk/>
          <pc:sldMk cId="3694016734" sldId="277"/>
        </pc:sldMkLst>
      </pc:sldChg>
      <pc:sldChg chg="del">
        <pc:chgData name="Jaime Leonardo Barbosa Perez" userId="3291dd0c0a50a603" providerId="LiveId" clId="{215C019D-1D12-470B-93BD-6A7D069EA818}" dt="2026-04-29T19:34:10.737" v="6" actId="47"/>
        <pc:sldMkLst>
          <pc:docMk/>
          <pc:sldMk cId="2236617269" sldId="278"/>
        </pc:sldMkLst>
      </pc:sldChg>
      <pc:sldChg chg="del">
        <pc:chgData name="Jaime Leonardo Barbosa Perez" userId="3291dd0c0a50a603" providerId="LiveId" clId="{215C019D-1D12-470B-93BD-6A7D069EA818}" dt="2026-04-29T19:34:10.737" v="6" actId="47"/>
        <pc:sldMkLst>
          <pc:docMk/>
          <pc:sldMk cId="2615312204" sldId="279"/>
        </pc:sldMkLst>
      </pc:sldChg>
      <pc:sldChg chg="del">
        <pc:chgData name="Jaime Leonardo Barbosa Perez" userId="3291dd0c0a50a603" providerId="LiveId" clId="{215C019D-1D12-470B-93BD-6A7D069EA818}" dt="2026-04-29T19:34:10.737" v="6" actId="47"/>
        <pc:sldMkLst>
          <pc:docMk/>
          <pc:sldMk cId="2286265331" sldId="284"/>
        </pc:sldMkLst>
      </pc:sldChg>
      <pc:sldChg chg="del">
        <pc:chgData name="Jaime Leonardo Barbosa Perez" userId="3291dd0c0a50a603" providerId="LiveId" clId="{215C019D-1D12-470B-93BD-6A7D069EA818}" dt="2026-04-29T19:34:10.737" v="6" actId="47"/>
        <pc:sldMkLst>
          <pc:docMk/>
          <pc:sldMk cId="348396692" sldId="285"/>
        </pc:sldMkLst>
      </pc:sldChg>
      <pc:sldChg chg="del">
        <pc:chgData name="Jaime Leonardo Barbosa Perez" userId="3291dd0c0a50a603" providerId="LiveId" clId="{215C019D-1D12-470B-93BD-6A7D069EA818}" dt="2026-04-29T19:34:10.737" v="6" actId="47"/>
        <pc:sldMkLst>
          <pc:docMk/>
          <pc:sldMk cId="2898443094" sldId="286"/>
        </pc:sldMkLst>
      </pc:sldChg>
      <pc:sldChg chg="del">
        <pc:chgData name="Jaime Leonardo Barbosa Perez" userId="3291dd0c0a50a603" providerId="LiveId" clId="{215C019D-1D12-470B-93BD-6A7D069EA818}" dt="2026-04-29T19:34:10.737" v="6" actId="47"/>
        <pc:sldMkLst>
          <pc:docMk/>
          <pc:sldMk cId="3124513199" sldId="287"/>
        </pc:sldMkLst>
      </pc:sldChg>
      <pc:sldChg chg="del">
        <pc:chgData name="Jaime Leonardo Barbosa Perez" userId="3291dd0c0a50a603" providerId="LiveId" clId="{215C019D-1D12-470B-93BD-6A7D069EA818}" dt="2026-04-29T19:34:10.737" v="6" actId="47"/>
        <pc:sldMkLst>
          <pc:docMk/>
          <pc:sldMk cId="3504265715" sldId="288"/>
        </pc:sldMkLst>
      </pc:sldChg>
      <pc:sldChg chg="del">
        <pc:chgData name="Jaime Leonardo Barbosa Perez" userId="3291dd0c0a50a603" providerId="LiveId" clId="{215C019D-1D12-470B-93BD-6A7D069EA818}" dt="2026-04-29T19:34:10.737" v="6" actId="47"/>
        <pc:sldMkLst>
          <pc:docMk/>
          <pc:sldMk cId="3196038232" sldId="289"/>
        </pc:sldMkLst>
      </pc:sldChg>
      <pc:sldChg chg="del">
        <pc:chgData name="Jaime Leonardo Barbosa Perez" userId="3291dd0c0a50a603" providerId="LiveId" clId="{215C019D-1D12-470B-93BD-6A7D069EA818}" dt="2026-04-29T19:34:10.737" v="6" actId="47"/>
        <pc:sldMkLst>
          <pc:docMk/>
          <pc:sldMk cId="2188873708" sldId="290"/>
        </pc:sldMkLst>
      </pc:sldChg>
      <pc:sldChg chg="del">
        <pc:chgData name="Jaime Leonardo Barbosa Perez" userId="3291dd0c0a50a603" providerId="LiveId" clId="{215C019D-1D12-470B-93BD-6A7D069EA818}" dt="2026-04-29T19:34:10.737" v="6" actId="47"/>
        <pc:sldMkLst>
          <pc:docMk/>
          <pc:sldMk cId="2404530812" sldId="291"/>
        </pc:sldMkLst>
      </pc:sldChg>
      <pc:sldChg chg="del">
        <pc:chgData name="Jaime Leonardo Barbosa Perez" userId="3291dd0c0a50a603" providerId="LiveId" clId="{215C019D-1D12-470B-93BD-6A7D069EA818}" dt="2026-04-29T19:34:10.737" v="6" actId="47"/>
        <pc:sldMkLst>
          <pc:docMk/>
          <pc:sldMk cId="1233598073" sldId="292"/>
        </pc:sldMkLst>
      </pc:sldChg>
      <pc:sldChg chg="del">
        <pc:chgData name="Jaime Leonardo Barbosa Perez" userId="3291dd0c0a50a603" providerId="LiveId" clId="{215C019D-1D12-470B-93BD-6A7D069EA818}" dt="2026-04-29T19:34:10.737" v="6" actId="47"/>
        <pc:sldMkLst>
          <pc:docMk/>
          <pc:sldMk cId="2622838663" sldId="293"/>
        </pc:sldMkLst>
      </pc:sldChg>
      <pc:sldChg chg="del">
        <pc:chgData name="Jaime Leonardo Barbosa Perez" userId="3291dd0c0a50a603" providerId="LiveId" clId="{215C019D-1D12-470B-93BD-6A7D069EA818}" dt="2026-04-29T19:34:10.737" v="6" actId="47"/>
        <pc:sldMkLst>
          <pc:docMk/>
          <pc:sldMk cId="2930498760" sldId="294"/>
        </pc:sldMkLst>
      </pc:sldChg>
      <pc:sldChg chg="del">
        <pc:chgData name="Jaime Leonardo Barbosa Perez" userId="3291dd0c0a50a603" providerId="LiveId" clId="{215C019D-1D12-470B-93BD-6A7D069EA818}" dt="2026-04-29T19:34:10.737" v="6" actId="47"/>
        <pc:sldMkLst>
          <pc:docMk/>
          <pc:sldMk cId="349243691" sldId="295"/>
        </pc:sldMkLst>
      </pc:sldChg>
      <pc:sldChg chg="del">
        <pc:chgData name="Jaime Leonardo Barbosa Perez" userId="3291dd0c0a50a603" providerId="LiveId" clId="{215C019D-1D12-470B-93BD-6A7D069EA818}" dt="2026-04-29T19:34:10.737" v="6" actId="47"/>
        <pc:sldMkLst>
          <pc:docMk/>
          <pc:sldMk cId="363284718" sldId="296"/>
        </pc:sldMkLst>
      </pc:sldChg>
      <pc:sldChg chg="del">
        <pc:chgData name="Jaime Leonardo Barbosa Perez" userId="3291dd0c0a50a603" providerId="LiveId" clId="{215C019D-1D12-470B-93BD-6A7D069EA818}" dt="2026-04-29T19:34:10.737" v="6" actId="47"/>
        <pc:sldMkLst>
          <pc:docMk/>
          <pc:sldMk cId="4232305363" sldId="297"/>
        </pc:sldMkLst>
      </pc:sldChg>
      <pc:sldChg chg="del">
        <pc:chgData name="Jaime Leonardo Barbosa Perez" userId="3291dd0c0a50a603" providerId="LiveId" clId="{215C019D-1D12-470B-93BD-6A7D069EA818}" dt="2026-04-29T19:34:10.737" v="6" actId="47"/>
        <pc:sldMkLst>
          <pc:docMk/>
          <pc:sldMk cId="4280434779" sldId="298"/>
        </pc:sldMkLst>
      </pc:sldChg>
      <pc:sldChg chg="del">
        <pc:chgData name="Jaime Leonardo Barbosa Perez" userId="3291dd0c0a50a603" providerId="LiveId" clId="{215C019D-1D12-470B-93BD-6A7D069EA818}" dt="2026-04-29T19:34:10.737" v="6" actId="47"/>
        <pc:sldMkLst>
          <pc:docMk/>
          <pc:sldMk cId="773957642" sldId="300"/>
        </pc:sldMkLst>
      </pc:sldChg>
      <pc:sldChg chg="del">
        <pc:chgData name="Jaime Leonardo Barbosa Perez" userId="3291dd0c0a50a603" providerId="LiveId" clId="{215C019D-1D12-470B-93BD-6A7D069EA818}" dt="2026-04-29T19:34:10.737" v="6" actId="47"/>
        <pc:sldMkLst>
          <pc:docMk/>
          <pc:sldMk cId="2595096022" sldId="301"/>
        </pc:sldMkLst>
      </pc:sldChg>
      <pc:sldChg chg="del">
        <pc:chgData name="Jaime Leonardo Barbosa Perez" userId="3291dd0c0a50a603" providerId="LiveId" clId="{215C019D-1D12-470B-93BD-6A7D069EA818}" dt="2026-04-29T19:34:10.737" v="6" actId="47"/>
        <pc:sldMkLst>
          <pc:docMk/>
          <pc:sldMk cId="336741520" sldId="302"/>
        </pc:sldMkLst>
      </pc:sldChg>
      <pc:sldChg chg="del">
        <pc:chgData name="Jaime Leonardo Barbosa Perez" userId="3291dd0c0a50a603" providerId="LiveId" clId="{215C019D-1D12-470B-93BD-6A7D069EA818}" dt="2026-04-29T19:34:10.737" v="6" actId="47"/>
        <pc:sldMkLst>
          <pc:docMk/>
          <pc:sldMk cId="3918939011" sldId="303"/>
        </pc:sldMkLst>
      </pc:sldChg>
      <pc:sldChg chg="del">
        <pc:chgData name="Jaime Leonardo Barbosa Perez" userId="3291dd0c0a50a603" providerId="LiveId" clId="{215C019D-1D12-470B-93BD-6A7D069EA818}" dt="2026-04-29T19:40:21.584" v="9" actId="47"/>
        <pc:sldMkLst>
          <pc:docMk/>
          <pc:sldMk cId="322156046" sldId="304"/>
        </pc:sldMkLst>
      </pc:sldChg>
      <pc:sldChg chg="del">
        <pc:chgData name="Jaime Leonardo Barbosa Perez" userId="3291dd0c0a50a603" providerId="LiveId" clId="{215C019D-1D12-470B-93BD-6A7D069EA818}" dt="2026-04-29T19:40:21.584" v="9" actId="47"/>
        <pc:sldMkLst>
          <pc:docMk/>
          <pc:sldMk cId="3650569093" sldId="305"/>
        </pc:sldMkLst>
      </pc:sldChg>
      <pc:sldChg chg="del">
        <pc:chgData name="Jaime Leonardo Barbosa Perez" userId="3291dd0c0a50a603" providerId="LiveId" clId="{215C019D-1D12-470B-93BD-6A7D069EA818}" dt="2026-04-29T19:40:21.584" v="9" actId="47"/>
        <pc:sldMkLst>
          <pc:docMk/>
          <pc:sldMk cId="2738637017" sldId="306"/>
        </pc:sldMkLst>
      </pc:sldChg>
      <pc:sldChg chg="del">
        <pc:chgData name="Jaime Leonardo Barbosa Perez" userId="3291dd0c0a50a603" providerId="LiveId" clId="{215C019D-1D12-470B-93BD-6A7D069EA818}" dt="2026-04-29T19:40:21.584" v="9" actId="47"/>
        <pc:sldMkLst>
          <pc:docMk/>
          <pc:sldMk cId="4104441726" sldId="308"/>
        </pc:sldMkLst>
      </pc:sldChg>
      <pc:sldChg chg="del">
        <pc:chgData name="Jaime Leonardo Barbosa Perez" userId="3291dd0c0a50a603" providerId="LiveId" clId="{215C019D-1D12-470B-93BD-6A7D069EA818}" dt="2026-04-29T19:40:21.584" v="9" actId="47"/>
        <pc:sldMkLst>
          <pc:docMk/>
          <pc:sldMk cId="2558134854" sldId="309"/>
        </pc:sldMkLst>
      </pc:sldChg>
      <pc:sldChg chg="del">
        <pc:chgData name="Jaime Leonardo Barbosa Perez" userId="3291dd0c0a50a603" providerId="LiveId" clId="{215C019D-1D12-470B-93BD-6A7D069EA818}" dt="2026-04-29T19:40:21.584" v="9" actId="47"/>
        <pc:sldMkLst>
          <pc:docMk/>
          <pc:sldMk cId="4033573077" sldId="310"/>
        </pc:sldMkLst>
      </pc:sldChg>
      <pc:sldChg chg="del">
        <pc:chgData name="Jaime Leonardo Barbosa Perez" userId="3291dd0c0a50a603" providerId="LiveId" clId="{215C019D-1D12-470B-93BD-6A7D069EA818}" dt="2026-04-29T19:40:21.584" v="9" actId="47"/>
        <pc:sldMkLst>
          <pc:docMk/>
          <pc:sldMk cId="2008541452" sldId="311"/>
        </pc:sldMkLst>
      </pc:sldChg>
      <pc:sldChg chg="del">
        <pc:chgData name="Jaime Leonardo Barbosa Perez" userId="3291dd0c0a50a603" providerId="LiveId" clId="{215C019D-1D12-470B-93BD-6A7D069EA818}" dt="2026-04-29T19:40:21.584" v="9" actId="47"/>
        <pc:sldMkLst>
          <pc:docMk/>
          <pc:sldMk cId="1007516831" sldId="312"/>
        </pc:sldMkLst>
      </pc:sldChg>
      <pc:sldChg chg="del">
        <pc:chgData name="Jaime Leonardo Barbosa Perez" userId="3291dd0c0a50a603" providerId="LiveId" clId="{215C019D-1D12-470B-93BD-6A7D069EA818}" dt="2026-04-29T19:40:21.584" v="9" actId="47"/>
        <pc:sldMkLst>
          <pc:docMk/>
          <pc:sldMk cId="3046408978" sldId="313"/>
        </pc:sldMkLst>
      </pc:sldChg>
      <pc:sldChg chg="del">
        <pc:chgData name="Jaime Leonardo Barbosa Perez" userId="3291dd0c0a50a603" providerId="LiveId" clId="{215C019D-1D12-470B-93BD-6A7D069EA818}" dt="2026-04-29T19:40:21.584" v="9" actId="47"/>
        <pc:sldMkLst>
          <pc:docMk/>
          <pc:sldMk cId="945716981" sldId="314"/>
        </pc:sldMkLst>
      </pc:sldChg>
      <pc:sldChg chg="del">
        <pc:chgData name="Jaime Leonardo Barbosa Perez" userId="3291dd0c0a50a603" providerId="LiveId" clId="{215C019D-1D12-470B-93BD-6A7D069EA818}" dt="2026-04-29T19:40:21.584" v="9" actId="47"/>
        <pc:sldMkLst>
          <pc:docMk/>
          <pc:sldMk cId="3322583309" sldId="315"/>
        </pc:sldMkLst>
      </pc:sldChg>
      <pc:sldChg chg="del">
        <pc:chgData name="Jaime Leonardo Barbosa Perez" userId="3291dd0c0a50a603" providerId="LiveId" clId="{215C019D-1D12-470B-93BD-6A7D069EA818}" dt="2026-04-29T19:40:21.584" v="9" actId="47"/>
        <pc:sldMkLst>
          <pc:docMk/>
          <pc:sldMk cId="545023706" sldId="316"/>
        </pc:sldMkLst>
      </pc:sldChg>
      <pc:sldChg chg="del">
        <pc:chgData name="Jaime Leonardo Barbosa Perez" userId="3291dd0c0a50a603" providerId="LiveId" clId="{215C019D-1D12-470B-93BD-6A7D069EA818}" dt="2026-04-29T19:40:21.584" v="9" actId="47"/>
        <pc:sldMkLst>
          <pc:docMk/>
          <pc:sldMk cId="1698745205" sldId="317"/>
        </pc:sldMkLst>
      </pc:sldChg>
      <pc:sldChg chg="del">
        <pc:chgData name="Jaime Leonardo Barbosa Perez" userId="3291dd0c0a50a603" providerId="LiveId" clId="{215C019D-1D12-470B-93BD-6A7D069EA818}" dt="2026-04-29T19:40:21.584" v="9" actId="47"/>
        <pc:sldMkLst>
          <pc:docMk/>
          <pc:sldMk cId="339116301" sldId="318"/>
        </pc:sldMkLst>
      </pc:sldChg>
      <pc:sldChg chg="del">
        <pc:chgData name="Jaime Leonardo Barbosa Perez" userId="3291dd0c0a50a603" providerId="LiveId" clId="{215C019D-1D12-470B-93BD-6A7D069EA818}" dt="2026-04-29T19:40:21.584" v="9" actId="47"/>
        <pc:sldMkLst>
          <pc:docMk/>
          <pc:sldMk cId="119997255" sldId="319"/>
        </pc:sldMkLst>
      </pc:sldChg>
      <pc:sldChg chg="del">
        <pc:chgData name="Jaime Leonardo Barbosa Perez" userId="3291dd0c0a50a603" providerId="LiveId" clId="{215C019D-1D12-470B-93BD-6A7D069EA818}" dt="2026-04-29T19:40:21.584" v="9" actId="47"/>
        <pc:sldMkLst>
          <pc:docMk/>
          <pc:sldMk cId="1626742400" sldId="320"/>
        </pc:sldMkLst>
      </pc:sldChg>
      <pc:sldChg chg="del">
        <pc:chgData name="Jaime Leonardo Barbosa Perez" userId="3291dd0c0a50a603" providerId="LiveId" clId="{215C019D-1D12-470B-93BD-6A7D069EA818}" dt="2026-04-29T19:40:21.584" v="9" actId="47"/>
        <pc:sldMkLst>
          <pc:docMk/>
          <pc:sldMk cId="1625594030" sldId="321"/>
        </pc:sldMkLst>
      </pc:sldChg>
      <pc:sldChg chg="del mod modShow">
        <pc:chgData name="Jaime Leonardo Barbosa Perez" userId="3291dd0c0a50a603" providerId="LiveId" clId="{215C019D-1D12-470B-93BD-6A7D069EA818}" dt="2026-04-29T19:40:21.584" v="9" actId="47"/>
        <pc:sldMkLst>
          <pc:docMk/>
          <pc:sldMk cId="3510507345" sldId="322"/>
        </pc:sldMkLst>
      </pc:sldChg>
      <pc:sldChg chg="del">
        <pc:chgData name="Jaime Leonardo Barbosa Perez" userId="3291dd0c0a50a603" providerId="LiveId" clId="{215C019D-1D12-470B-93BD-6A7D069EA818}" dt="2026-04-29T19:40:21.584" v="9" actId="47"/>
        <pc:sldMkLst>
          <pc:docMk/>
          <pc:sldMk cId="2086598372" sldId="323"/>
        </pc:sldMkLst>
      </pc:sldChg>
      <pc:sldChg chg="del">
        <pc:chgData name="Jaime Leonardo Barbosa Perez" userId="3291dd0c0a50a603" providerId="LiveId" clId="{215C019D-1D12-470B-93BD-6A7D069EA818}" dt="2026-04-29T19:40:21.584" v="9" actId="47"/>
        <pc:sldMkLst>
          <pc:docMk/>
          <pc:sldMk cId="1312438314" sldId="324"/>
        </pc:sldMkLst>
      </pc:sldChg>
      <pc:sldChg chg="del">
        <pc:chgData name="Jaime Leonardo Barbosa Perez" userId="3291dd0c0a50a603" providerId="LiveId" clId="{215C019D-1D12-470B-93BD-6A7D069EA818}" dt="2026-04-29T19:40:21.584" v="9" actId="47"/>
        <pc:sldMkLst>
          <pc:docMk/>
          <pc:sldMk cId="2390681566" sldId="325"/>
        </pc:sldMkLst>
      </pc:sldChg>
      <pc:sldChg chg="del">
        <pc:chgData name="Jaime Leonardo Barbosa Perez" userId="3291dd0c0a50a603" providerId="LiveId" clId="{215C019D-1D12-470B-93BD-6A7D069EA818}" dt="2026-04-29T19:40:21.584" v="9" actId="47"/>
        <pc:sldMkLst>
          <pc:docMk/>
          <pc:sldMk cId="4056965885" sldId="326"/>
        </pc:sldMkLst>
      </pc:sldChg>
      <pc:sldChg chg="del">
        <pc:chgData name="Jaime Leonardo Barbosa Perez" userId="3291dd0c0a50a603" providerId="LiveId" clId="{215C019D-1D12-470B-93BD-6A7D069EA818}" dt="2026-04-29T19:40:21.584" v="9" actId="47"/>
        <pc:sldMkLst>
          <pc:docMk/>
          <pc:sldMk cId="509122897" sldId="327"/>
        </pc:sldMkLst>
      </pc:sldChg>
      <pc:sldChg chg="del">
        <pc:chgData name="Jaime Leonardo Barbosa Perez" userId="3291dd0c0a50a603" providerId="LiveId" clId="{215C019D-1D12-470B-93BD-6A7D069EA818}" dt="2026-04-29T19:40:21.584" v="9" actId="47"/>
        <pc:sldMkLst>
          <pc:docMk/>
          <pc:sldMk cId="3904578013" sldId="328"/>
        </pc:sldMkLst>
      </pc:sldChg>
      <pc:sldChg chg="del">
        <pc:chgData name="Jaime Leonardo Barbosa Perez" userId="3291dd0c0a50a603" providerId="LiveId" clId="{215C019D-1D12-470B-93BD-6A7D069EA818}" dt="2026-04-29T19:40:21.584" v="9" actId="47"/>
        <pc:sldMkLst>
          <pc:docMk/>
          <pc:sldMk cId="2058868044" sldId="339"/>
        </pc:sldMkLst>
      </pc:sldChg>
      <pc:sldChg chg="del">
        <pc:chgData name="Jaime Leonardo Barbosa Perez" userId="3291dd0c0a50a603" providerId="LiveId" clId="{215C019D-1D12-470B-93BD-6A7D069EA818}" dt="2026-04-29T19:34:10.737" v="6" actId="47"/>
        <pc:sldMkLst>
          <pc:docMk/>
          <pc:sldMk cId="296982742" sldId="341"/>
        </pc:sldMkLst>
      </pc:sldChg>
      <pc:sldChg chg="del">
        <pc:chgData name="Jaime Leonardo Barbosa Perez" userId="3291dd0c0a50a603" providerId="LiveId" clId="{215C019D-1D12-470B-93BD-6A7D069EA818}" dt="2026-04-29T19:34:10.737" v="6" actId="47"/>
        <pc:sldMkLst>
          <pc:docMk/>
          <pc:sldMk cId="2638809673" sldId="342"/>
        </pc:sldMkLst>
      </pc:sldChg>
      <pc:sldChg chg="del">
        <pc:chgData name="Jaime Leonardo Barbosa Perez" userId="3291dd0c0a50a603" providerId="LiveId" clId="{215C019D-1D12-470B-93BD-6A7D069EA818}" dt="2026-04-29T19:34:10.737" v="6" actId="47"/>
        <pc:sldMkLst>
          <pc:docMk/>
          <pc:sldMk cId="2499835105" sldId="343"/>
        </pc:sldMkLst>
      </pc:sldChg>
      <pc:sldChg chg="del">
        <pc:chgData name="Jaime Leonardo Barbosa Perez" userId="3291dd0c0a50a603" providerId="LiveId" clId="{215C019D-1D12-470B-93BD-6A7D069EA818}" dt="2026-04-29T19:34:10.737" v="6" actId="47"/>
        <pc:sldMkLst>
          <pc:docMk/>
          <pc:sldMk cId="2072426452" sldId="344"/>
        </pc:sldMkLst>
      </pc:sldChg>
      <pc:sldChg chg="del">
        <pc:chgData name="Jaime Leonardo Barbosa Perez" userId="3291dd0c0a50a603" providerId="LiveId" clId="{215C019D-1D12-470B-93BD-6A7D069EA818}" dt="2026-04-29T19:34:10.737" v="6" actId="47"/>
        <pc:sldMkLst>
          <pc:docMk/>
          <pc:sldMk cId="2328590656" sldId="345"/>
        </pc:sldMkLst>
      </pc:sldChg>
      <pc:sldChg chg="del">
        <pc:chgData name="Jaime Leonardo Barbosa Perez" userId="3291dd0c0a50a603" providerId="LiveId" clId="{215C019D-1D12-470B-93BD-6A7D069EA818}" dt="2026-04-29T19:34:10.737" v="6" actId="47"/>
        <pc:sldMkLst>
          <pc:docMk/>
          <pc:sldMk cId="41328339" sldId="346"/>
        </pc:sldMkLst>
      </pc:sldChg>
      <pc:sldChg chg="del">
        <pc:chgData name="Jaime Leonardo Barbosa Perez" userId="3291dd0c0a50a603" providerId="LiveId" clId="{215C019D-1D12-470B-93BD-6A7D069EA818}" dt="2026-04-29T19:34:10.737" v="6" actId="47"/>
        <pc:sldMkLst>
          <pc:docMk/>
          <pc:sldMk cId="2554227782" sldId="347"/>
        </pc:sldMkLst>
      </pc:sldChg>
      <pc:sldChg chg="del">
        <pc:chgData name="Jaime Leonardo Barbosa Perez" userId="3291dd0c0a50a603" providerId="LiveId" clId="{215C019D-1D12-470B-93BD-6A7D069EA818}" dt="2026-04-29T19:34:10.737" v="6" actId="47"/>
        <pc:sldMkLst>
          <pc:docMk/>
          <pc:sldMk cId="2253796719" sldId="348"/>
        </pc:sldMkLst>
      </pc:sldChg>
      <pc:sldChg chg="del">
        <pc:chgData name="Jaime Leonardo Barbosa Perez" userId="3291dd0c0a50a603" providerId="LiveId" clId="{215C019D-1D12-470B-93BD-6A7D069EA818}" dt="2026-04-29T19:34:10.737" v="6" actId="47"/>
        <pc:sldMkLst>
          <pc:docMk/>
          <pc:sldMk cId="48601023" sldId="349"/>
        </pc:sldMkLst>
      </pc:sldChg>
      <pc:sldChg chg="del">
        <pc:chgData name="Jaime Leonardo Barbosa Perez" userId="3291dd0c0a50a603" providerId="LiveId" clId="{215C019D-1D12-470B-93BD-6A7D069EA818}" dt="2026-04-29T19:34:10.737" v="6" actId="47"/>
        <pc:sldMkLst>
          <pc:docMk/>
          <pc:sldMk cId="1491907933" sldId="350"/>
        </pc:sldMkLst>
      </pc:sldChg>
      <pc:sldChg chg="del">
        <pc:chgData name="Jaime Leonardo Barbosa Perez" userId="3291dd0c0a50a603" providerId="LiveId" clId="{215C019D-1D12-470B-93BD-6A7D069EA818}" dt="2026-04-29T19:34:10.737" v="6" actId="47"/>
        <pc:sldMkLst>
          <pc:docMk/>
          <pc:sldMk cId="1234065024" sldId="351"/>
        </pc:sldMkLst>
      </pc:sldChg>
      <pc:sldChg chg="del">
        <pc:chgData name="Jaime Leonardo Barbosa Perez" userId="3291dd0c0a50a603" providerId="LiveId" clId="{215C019D-1D12-470B-93BD-6A7D069EA818}" dt="2026-04-29T19:34:10.737" v="6" actId="47"/>
        <pc:sldMkLst>
          <pc:docMk/>
          <pc:sldMk cId="1149818461" sldId="352"/>
        </pc:sldMkLst>
      </pc:sldChg>
      <pc:sldChg chg="del">
        <pc:chgData name="Jaime Leonardo Barbosa Perez" userId="3291dd0c0a50a603" providerId="LiveId" clId="{215C019D-1D12-470B-93BD-6A7D069EA818}" dt="2026-04-29T19:34:10.737" v="6" actId="47"/>
        <pc:sldMkLst>
          <pc:docMk/>
          <pc:sldMk cId="1059387092" sldId="353"/>
        </pc:sldMkLst>
      </pc:sldChg>
      <pc:sldChg chg="del">
        <pc:chgData name="Jaime Leonardo Barbosa Perez" userId="3291dd0c0a50a603" providerId="LiveId" clId="{215C019D-1D12-470B-93BD-6A7D069EA818}" dt="2026-04-29T19:34:10.737" v="6" actId="47"/>
        <pc:sldMkLst>
          <pc:docMk/>
          <pc:sldMk cId="1976326094" sldId="354"/>
        </pc:sldMkLst>
      </pc:sldChg>
      <pc:sldChg chg="del">
        <pc:chgData name="Jaime Leonardo Barbosa Perez" userId="3291dd0c0a50a603" providerId="LiveId" clId="{215C019D-1D12-470B-93BD-6A7D069EA818}" dt="2026-04-29T19:34:10.737" v="6" actId="47"/>
        <pc:sldMkLst>
          <pc:docMk/>
          <pc:sldMk cId="3129217442" sldId="355"/>
        </pc:sldMkLst>
      </pc:sldChg>
      <pc:sldChg chg="del">
        <pc:chgData name="Jaime Leonardo Barbosa Perez" userId="3291dd0c0a50a603" providerId="LiveId" clId="{215C019D-1D12-470B-93BD-6A7D069EA818}" dt="2026-04-29T19:34:10.737" v="6" actId="47"/>
        <pc:sldMkLst>
          <pc:docMk/>
          <pc:sldMk cId="217318401" sldId="356"/>
        </pc:sldMkLst>
      </pc:sldChg>
      <pc:sldChg chg="del">
        <pc:chgData name="Jaime Leonardo Barbosa Perez" userId="3291dd0c0a50a603" providerId="LiveId" clId="{215C019D-1D12-470B-93BD-6A7D069EA818}" dt="2026-04-29T19:34:10.737" v="6" actId="47"/>
        <pc:sldMkLst>
          <pc:docMk/>
          <pc:sldMk cId="1626854762" sldId="357"/>
        </pc:sldMkLst>
      </pc:sldChg>
      <pc:sldChg chg="del">
        <pc:chgData name="Jaime Leonardo Barbosa Perez" userId="3291dd0c0a50a603" providerId="LiveId" clId="{215C019D-1D12-470B-93BD-6A7D069EA818}" dt="2026-04-29T19:34:10.737" v="6" actId="47"/>
        <pc:sldMkLst>
          <pc:docMk/>
          <pc:sldMk cId="478330847" sldId="358"/>
        </pc:sldMkLst>
      </pc:sldChg>
      <pc:sldChg chg="del">
        <pc:chgData name="Jaime Leonardo Barbosa Perez" userId="3291dd0c0a50a603" providerId="LiveId" clId="{215C019D-1D12-470B-93BD-6A7D069EA818}" dt="2026-04-29T19:34:10.737" v="6" actId="47"/>
        <pc:sldMkLst>
          <pc:docMk/>
          <pc:sldMk cId="1837321150" sldId="359"/>
        </pc:sldMkLst>
      </pc:sldChg>
      <pc:sldChg chg="del">
        <pc:chgData name="Jaime Leonardo Barbosa Perez" userId="3291dd0c0a50a603" providerId="LiveId" clId="{215C019D-1D12-470B-93BD-6A7D069EA818}" dt="2026-04-29T19:34:10.737" v="6" actId="47"/>
        <pc:sldMkLst>
          <pc:docMk/>
          <pc:sldMk cId="1982205233" sldId="360"/>
        </pc:sldMkLst>
      </pc:sldChg>
      <pc:sldChg chg="del">
        <pc:chgData name="Jaime Leonardo Barbosa Perez" userId="3291dd0c0a50a603" providerId="LiveId" clId="{215C019D-1D12-470B-93BD-6A7D069EA818}" dt="2026-04-29T19:34:10.737" v="6" actId="47"/>
        <pc:sldMkLst>
          <pc:docMk/>
          <pc:sldMk cId="2442527569" sldId="361"/>
        </pc:sldMkLst>
      </pc:sldChg>
      <pc:sldChg chg="del">
        <pc:chgData name="Jaime Leonardo Barbosa Perez" userId="3291dd0c0a50a603" providerId="LiveId" clId="{215C019D-1D12-470B-93BD-6A7D069EA818}" dt="2026-04-29T19:34:10.737" v="6" actId="47"/>
        <pc:sldMkLst>
          <pc:docMk/>
          <pc:sldMk cId="548467126" sldId="362"/>
        </pc:sldMkLst>
      </pc:sldChg>
      <pc:sldChg chg="del">
        <pc:chgData name="Jaime Leonardo Barbosa Perez" userId="3291dd0c0a50a603" providerId="LiveId" clId="{215C019D-1D12-470B-93BD-6A7D069EA818}" dt="2026-04-29T19:34:10.737" v="6" actId="47"/>
        <pc:sldMkLst>
          <pc:docMk/>
          <pc:sldMk cId="1311927382" sldId="363"/>
        </pc:sldMkLst>
      </pc:sldChg>
      <pc:sldChg chg="del">
        <pc:chgData name="Jaime Leonardo Barbosa Perez" userId="3291dd0c0a50a603" providerId="LiveId" clId="{215C019D-1D12-470B-93BD-6A7D069EA818}" dt="2026-04-29T19:34:10.737" v="6" actId="47"/>
        <pc:sldMkLst>
          <pc:docMk/>
          <pc:sldMk cId="3201251990" sldId="365"/>
        </pc:sldMkLst>
      </pc:sldChg>
      <pc:sldChg chg="del">
        <pc:chgData name="Jaime Leonardo Barbosa Perez" userId="3291dd0c0a50a603" providerId="LiveId" clId="{215C019D-1D12-470B-93BD-6A7D069EA818}" dt="2026-04-29T19:34:10.737" v="6" actId="47"/>
        <pc:sldMkLst>
          <pc:docMk/>
          <pc:sldMk cId="678332071" sldId="366"/>
        </pc:sldMkLst>
      </pc:sldChg>
      <pc:sldChg chg="del">
        <pc:chgData name="Jaime Leonardo Barbosa Perez" userId="3291dd0c0a50a603" providerId="LiveId" clId="{215C019D-1D12-470B-93BD-6A7D069EA818}" dt="2026-04-29T19:34:10.737" v="6" actId="47"/>
        <pc:sldMkLst>
          <pc:docMk/>
          <pc:sldMk cId="157509099" sldId="368"/>
        </pc:sldMkLst>
      </pc:sldChg>
      <pc:sldChg chg="del">
        <pc:chgData name="Jaime Leonardo Barbosa Perez" userId="3291dd0c0a50a603" providerId="LiveId" clId="{215C019D-1D12-470B-93BD-6A7D069EA818}" dt="2026-04-29T19:34:10.737" v="6" actId="47"/>
        <pc:sldMkLst>
          <pc:docMk/>
          <pc:sldMk cId="1727942532" sldId="370"/>
        </pc:sldMkLst>
      </pc:sldChg>
      <pc:sldChg chg="del">
        <pc:chgData name="Jaime Leonardo Barbosa Perez" userId="3291dd0c0a50a603" providerId="LiveId" clId="{215C019D-1D12-470B-93BD-6A7D069EA818}" dt="2026-04-29T19:34:10.737" v="6" actId="47"/>
        <pc:sldMkLst>
          <pc:docMk/>
          <pc:sldMk cId="2061075705" sldId="371"/>
        </pc:sldMkLst>
      </pc:sldChg>
      <pc:sldChg chg="del">
        <pc:chgData name="Jaime Leonardo Barbosa Perez" userId="3291dd0c0a50a603" providerId="LiveId" clId="{215C019D-1D12-470B-93BD-6A7D069EA818}" dt="2026-04-29T19:34:10.737" v="6" actId="47"/>
        <pc:sldMkLst>
          <pc:docMk/>
          <pc:sldMk cId="2698276788" sldId="372"/>
        </pc:sldMkLst>
      </pc:sldChg>
      <pc:sldChg chg="del">
        <pc:chgData name="Jaime Leonardo Barbosa Perez" userId="3291dd0c0a50a603" providerId="LiveId" clId="{215C019D-1D12-470B-93BD-6A7D069EA818}" dt="2026-04-29T19:34:10.737" v="6" actId="47"/>
        <pc:sldMkLst>
          <pc:docMk/>
          <pc:sldMk cId="1146050182" sldId="373"/>
        </pc:sldMkLst>
      </pc:sldChg>
      <pc:sldChg chg="del">
        <pc:chgData name="Jaime Leonardo Barbosa Perez" userId="3291dd0c0a50a603" providerId="LiveId" clId="{215C019D-1D12-470B-93BD-6A7D069EA818}" dt="2026-04-29T19:34:10.737" v="6" actId="47"/>
        <pc:sldMkLst>
          <pc:docMk/>
          <pc:sldMk cId="3389484655" sldId="374"/>
        </pc:sldMkLst>
      </pc:sldChg>
      <pc:sldChg chg="del">
        <pc:chgData name="Jaime Leonardo Barbosa Perez" userId="3291dd0c0a50a603" providerId="LiveId" clId="{215C019D-1D12-470B-93BD-6A7D069EA818}" dt="2026-04-29T19:34:10.737" v="6" actId="47"/>
        <pc:sldMkLst>
          <pc:docMk/>
          <pc:sldMk cId="737586381" sldId="376"/>
        </pc:sldMkLst>
      </pc:sldChg>
      <pc:sldChg chg="del">
        <pc:chgData name="Jaime Leonardo Barbosa Perez" userId="3291dd0c0a50a603" providerId="LiveId" clId="{215C019D-1D12-470B-93BD-6A7D069EA818}" dt="2026-04-29T19:34:10.737" v="6" actId="47"/>
        <pc:sldMkLst>
          <pc:docMk/>
          <pc:sldMk cId="1317622497" sldId="377"/>
        </pc:sldMkLst>
      </pc:sldChg>
      <pc:sldChg chg="del">
        <pc:chgData name="Jaime Leonardo Barbosa Perez" userId="3291dd0c0a50a603" providerId="LiveId" clId="{215C019D-1D12-470B-93BD-6A7D069EA818}" dt="2026-04-29T19:34:10.737" v="6" actId="47"/>
        <pc:sldMkLst>
          <pc:docMk/>
          <pc:sldMk cId="540404142" sldId="378"/>
        </pc:sldMkLst>
      </pc:sldChg>
      <pc:sldChg chg="del">
        <pc:chgData name="Jaime Leonardo Barbosa Perez" userId="3291dd0c0a50a603" providerId="LiveId" clId="{215C019D-1D12-470B-93BD-6A7D069EA818}" dt="2026-04-29T19:34:10.737" v="6" actId="47"/>
        <pc:sldMkLst>
          <pc:docMk/>
          <pc:sldMk cId="984233525" sldId="379"/>
        </pc:sldMkLst>
      </pc:sldChg>
      <pc:sldChg chg="del">
        <pc:chgData name="Jaime Leonardo Barbosa Perez" userId="3291dd0c0a50a603" providerId="LiveId" clId="{215C019D-1D12-470B-93BD-6A7D069EA818}" dt="2026-04-29T19:34:10.737" v="6" actId="47"/>
        <pc:sldMkLst>
          <pc:docMk/>
          <pc:sldMk cId="1638941897" sldId="380"/>
        </pc:sldMkLst>
      </pc:sldChg>
      <pc:sldChg chg="del">
        <pc:chgData name="Jaime Leonardo Barbosa Perez" userId="3291dd0c0a50a603" providerId="LiveId" clId="{215C019D-1D12-470B-93BD-6A7D069EA818}" dt="2026-04-29T19:34:10.737" v="6" actId="47"/>
        <pc:sldMkLst>
          <pc:docMk/>
          <pc:sldMk cId="3925845869" sldId="381"/>
        </pc:sldMkLst>
      </pc:sldChg>
      <pc:sldChg chg="del">
        <pc:chgData name="Jaime Leonardo Barbosa Perez" userId="3291dd0c0a50a603" providerId="LiveId" clId="{215C019D-1D12-470B-93BD-6A7D069EA818}" dt="2026-04-29T19:34:10.737" v="6" actId="47"/>
        <pc:sldMkLst>
          <pc:docMk/>
          <pc:sldMk cId="402314779" sldId="382"/>
        </pc:sldMkLst>
      </pc:sldChg>
      <pc:sldChg chg="del">
        <pc:chgData name="Jaime Leonardo Barbosa Perez" userId="3291dd0c0a50a603" providerId="LiveId" clId="{215C019D-1D12-470B-93BD-6A7D069EA818}" dt="2026-04-29T19:34:10.737" v="6" actId="47"/>
        <pc:sldMkLst>
          <pc:docMk/>
          <pc:sldMk cId="3822433441" sldId="383"/>
        </pc:sldMkLst>
      </pc:sldChg>
      <pc:sldChg chg="del">
        <pc:chgData name="Jaime Leonardo Barbosa Perez" userId="3291dd0c0a50a603" providerId="LiveId" clId="{215C019D-1D12-470B-93BD-6A7D069EA818}" dt="2026-04-29T19:34:10.737" v="6" actId="47"/>
        <pc:sldMkLst>
          <pc:docMk/>
          <pc:sldMk cId="3030534892" sldId="384"/>
        </pc:sldMkLst>
      </pc:sldChg>
      <pc:sldChg chg="del">
        <pc:chgData name="Jaime Leonardo Barbosa Perez" userId="3291dd0c0a50a603" providerId="LiveId" clId="{215C019D-1D12-470B-93BD-6A7D069EA818}" dt="2026-04-29T19:34:10.737" v="6" actId="47"/>
        <pc:sldMkLst>
          <pc:docMk/>
          <pc:sldMk cId="2499034348" sldId="385"/>
        </pc:sldMkLst>
      </pc:sldChg>
      <pc:sldChg chg="del">
        <pc:chgData name="Jaime Leonardo Barbosa Perez" userId="3291dd0c0a50a603" providerId="LiveId" clId="{215C019D-1D12-470B-93BD-6A7D069EA818}" dt="2026-04-29T19:34:10.737" v="6" actId="47"/>
        <pc:sldMkLst>
          <pc:docMk/>
          <pc:sldMk cId="1910598418" sldId="386"/>
        </pc:sldMkLst>
      </pc:sldChg>
      <pc:sldChg chg="del">
        <pc:chgData name="Jaime Leonardo Barbosa Perez" userId="3291dd0c0a50a603" providerId="LiveId" clId="{215C019D-1D12-470B-93BD-6A7D069EA818}" dt="2026-04-29T19:34:10.737" v="6" actId="47"/>
        <pc:sldMkLst>
          <pc:docMk/>
          <pc:sldMk cId="509282487" sldId="387"/>
        </pc:sldMkLst>
      </pc:sldChg>
      <pc:sldChg chg="del">
        <pc:chgData name="Jaime Leonardo Barbosa Perez" userId="3291dd0c0a50a603" providerId="LiveId" clId="{215C019D-1D12-470B-93BD-6A7D069EA818}" dt="2026-04-29T19:34:10.737" v="6" actId="47"/>
        <pc:sldMkLst>
          <pc:docMk/>
          <pc:sldMk cId="256213079" sldId="388"/>
        </pc:sldMkLst>
      </pc:sldChg>
      <pc:sldChg chg="del">
        <pc:chgData name="Jaime Leonardo Barbosa Perez" userId="3291dd0c0a50a603" providerId="LiveId" clId="{215C019D-1D12-470B-93BD-6A7D069EA818}" dt="2026-04-29T19:34:10.737" v="6" actId="47"/>
        <pc:sldMkLst>
          <pc:docMk/>
          <pc:sldMk cId="345675520" sldId="389"/>
        </pc:sldMkLst>
      </pc:sldChg>
      <pc:sldChg chg="del">
        <pc:chgData name="Jaime Leonardo Barbosa Perez" userId="3291dd0c0a50a603" providerId="LiveId" clId="{215C019D-1D12-470B-93BD-6A7D069EA818}" dt="2026-04-29T19:34:10.737" v="6" actId="47"/>
        <pc:sldMkLst>
          <pc:docMk/>
          <pc:sldMk cId="294525219" sldId="390"/>
        </pc:sldMkLst>
      </pc:sldChg>
      <pc:sldChg chg="del">
        <pc:chgData name="Jaime Leonardo Barbosa Perez" userId="3291dd0c0a50a603" providerId="LiveId" clId="{215C019D-1D12-470B-93BD-6A7D069EA818}" dt="2026-04-29T19:34:10.737" v="6" actId="47"/>
        <pc:sldMkLst>
          <pc:docMk/>
          <pc:sldMk cId="1912368828" sldId="391"/>
        </pc:sldMkLst>
      </pc:sldChg>
      <pc:sldChg chg="del">
        <pc:chgData name="Jaime Leonardo Barbosa Perez" userId="3291dd0c0a50a603" providerId="LiveId" clId="{215C019D-1D12-470B-93BD-6A7D069EA818}" dt="2026-04-29T19:34:10.737" v="6" actId="47"/>
        <pc:sldMkLst>
          <pc:docMk/>
          <pc:sldMk cId="1050487092" sldId="392"/>
        </pc:sldMkLst>
      </pc:sldChg>
      <pc:sldChg chg="del">
        <pc:chgData name="Jaime Leonardo Barbosa Perez" userId="3291dd0c0a50a603" providerId="LiveId" clId="{215C019D-1D12-470B-93BD-6A7D069EA818}" dt="2026-04-29T19:34:10.737" v="6" actId="47"/>
        <pc:sldMkLst>
          <pc:docMk/>
          <pc:sldMk cId="1782121383" sldId="393"/>
        </pc:sldMkLst>
      </pc:sldChg>
      <pc:sldChg chg="del">
        <pc:chgData name="Jaime Leonardo Barbosa Perez" userId="3291dd0c0a50a603" providerId="LiveId" clId="{215C019D-1D12-470B-93BD-6A7D069EA818}" dt="2026-04-29T19:34:10.737" v="6" actId="47"/>
        <pc:sldMkLst>
          <pc:docMk/>
          <pc:sldMk cId="3377149470" sldId="394"/>
        </pc:sldMkLst>
      </pc:sldChg>
      <pc:sldChg chg="del">
        <pc:chgData name="Jaime Leonardo Barbosa Perez" userId="3291dd0c0a50a603" providerId="LiveId" clId="{215C019D-1D12-470B-93BD-6A7D069EA818}" dt="2026-04-29T19:34:10.737" v="6" actId="47"/>
        <pc:sldMkLst>
          <pc:docMk/>
          <pc:sldMk cId="1703943525" sldId="395"/>
        </pc:sldMkLst>
      </pc:sldChg>
      <pc:sldChg chg="del">
        <pc:chgData name="Jaime Leonardo Barbosa Perez" userId="3291dd0c0a50a603" providerId="LiveId" clId="{215C019D-1D12-470B-93BD-6A7D069EA818}" dt="2026-04-29T19:34:10.737" v="6" actId="47"/>
        <pc:sldMkLst>
          <pc:docMk/>
          <pc:sldMk cId="31672556" sldId="396"/>
        </pc:sldMkLst>
      </pc:sldChg>
      <pc:sldChg chg="del">
        <pc:chgData name="Jaime Leonardo Barbosa Perez" userId="3291dd0c0a50a603" providerId="LiveId" clId="{215C019D-1D12-470B-93BD-6A7D069EA818}" dt="2026-04-29T19:34:10.737" v="6" actId="47"/>
        <pc:sldMkLst>
          <pc:docMk/>
          <pc:sldMk cId="882609348" sldId="397"/>
        </pc:sldMkLst>
      </pc:sldChg>
      <pc:sldChg chg="mod modShow">
        <pc:chgData name="Jaime Leonardo Barbosa Perez" userId="3291dd0c0a50a603" providerId="LiveId" clId="{215C019D-1D12-470B-93BD-6A7D069EA818}" dt="2026-04-29T19:40:44.452" v="10" actId="34476"/>
        <pc:sldMkLst>
          <pc:docMk/>
          <pc:sldMk cId="1097546424" sldId="426"/>
        </pc:sldMkLst>
      </pc:sldChg>
      <pc:sldChg chg="del">
        <pc:chgData name="Jaime Leonardo Barbosa Perez" userId="3291dd0c0a50a603" providerId="LiveId" clId="{215C019D-1D12-470B-93BD-6A7D069EA818}" dt="2026-04-29T19:34:10.737" v="6" actId="47"/>
        <pc:sldMkLst>
          <pc:docMk/>
          <pc:sldMk cId="1226870685" sldId="450"/>
        </pc:sldMkLst>
      </pc:sldChg>
      <pc:sldChg chg="del">
        <pc:chgData name="Jaime Leonardo Barbosa Perez" userId="3291dd0c0a50a603" providerId="LiveId" clId="{215C019D-1D12-470B-93BD-6A7D069EA818}" dt="2026-04-29T19:34:10.737" v="6" actId="47"/>
        <pc:sldMkLst>
          <pc:docMk/>
          <pc:sldMk cId="879797878" sldId="451"/>
        </pc:sldMkLst>
      </pc:sldChg>
      <pc:sldChg chg="del">
        <pc:chgData name="Jaime Leonardo Barbosa Perez" userId="3291dd0c0a50a603" providerId="LiveId" clId="{215C019D-1D12-470B-93BD-6A7D069EA818}" dt="2026-04-29T19:34:10.737" v="6" actId="47"/>
        <pc:sldMkLst>
          <pc:docMk/>
          <pc:sldMk cId="2927549" sldId="452"/>
        </pc:sldMkLst>
      </pc:sldChg>
      <pc:sldChg chg="del">
        <pc:chgData name="Jaime Leonardo Barbosa Perez" userId="3291dd0c0a50a603" providerId="LiveId" clId="{215C019D-1D12-470B-93BD-6A7D069EA818}" dt="2026-04-29T19:34:10.737" v="6" actId="47"/>
        <pc:sldMkLst>
          <pc:docMk/>
          <pc:sldMk cId="117557916" sldId="453"/>
        </pc:sldMkLst>
      </pc:sldChg>
      <pc:sldChg chg="del">
        <pc:chgData name="Jaime Leonardo Barbosa Perez" userId="3291dd0c0a50a603" providerId="LiveId" clId="{215C019D-1D12-470B-93BD-6A7D069EA818}" dt="2026-04-29T19:34:10.737" v="6" actId="47"/>
        <pc:sldMkLst>
          <pc:docMk/>
          <pc:sldMk cId="2118263097" sldId="454"/>
        </pc:sldMkLst>
      </pc:sldChg>
      <pc:sldChg chg="del">
        <pc:chgData name="Jaime Leonardo Barbosa Perez" userId="3291dd0c0a50a603" providerId="LiveId" clId="{215C019D-1D12-470B-93BD-6A7D069EA818}" dt="2026-04-29T19:34:10.737" v="6" actId="47"/>
        <pc:sldMkLst>
          <pc:docMk/>
          <pc:sldMk cId="3905175952" sldId="455"/>
        </pc:sldMkLst>
      </pc:sldChg>
      <pc:sldChg chg="del">
        <pc:chgData name="Jaime Leonardo Barbosa Perez" userId="3291dd0c0a50a603" providerId="LiveId" clId="{215C019D-1D12-470B-93BD-6A7D069EA818}" dt="2026-04-29T19:34:10.737" v="6" actId="47"/>
        <pc:sldMkLst>
          <pc:docMk/>
          <pc:sldMk cId="156586495" sldId="456"/>
        </pc:sldMkLst>
      </pc:sldChg>
      <pc:sldChg chg="del">
        <pc:chgData name="Jaime Leonardo Barbosa Perez" userId="3291dd0c0a50a603" providerId="LiveId" clId="{215C019D-1D12-470B-93BD-6A7D069EA818}" dt="2026-04-29T19:34:10.737" v="6" actId="47"/>
        <pc:sldMkLst>
          <pc:docMk/>
          <pc:sldMk cId="4172746031" sldId="457"/>
        </pc:sldMkLst>
      </pc:sldChg>
      <pc:sldChg chg="del">
        <pc:chgData name="Jaime Leonardo Barbosa Perez" userId="3291dd0c0a50a603" providerId="LiveId" clId="{215C019D-1D12-470B-93BD-6A7D069EA818}" dt="2026-04-29T19:34:10.737" v="6" actId="47"/>
        <pc:sldMkLst>
          <pc:docMk/>
          <pc:sldMk cId="2893576958" sldId="458"/>
        </pc:sldMkLst>
      </pc:sldChg>
      <pc:sldChg chg="del">
        <pc:chgData name="Jaime Leonardo Barbosa Perez" userId="3291dd0c0a50a603" providerId="LiveId" clId="{215C019D-1D12-470B-93BD-6A7D069EA818}" dt="2026-04-29T19:34:10.737" v="6" actId="47"/>
        <pc:sldMkLst>
          <pc:docMk/>
          <pc:sldMk cId="765139757" sldId="459"/>
        </pc:sldMkLst>
      </pc:sldChg>
      <pc:sldChg chg="del">
        <pc:chgData name="Jaime Leonardo Barbosa Perez" userId="3291dd0c0a50a603" providerId="LiveId" clId="{215C019D-1D12-470B-93BD-6A7D069EA818}" dt="2026-04-29T19:34:10.737" v="6" actId="47"/>
        <pc:sldMkLst>
          <pc:docMk/>
          <pc:sldMk cId="4148115879" sldId="460"/>
        </pc:sldMkLst>
      </pc:sldChg>
      <pc:sldChg chg="del">
        <pc:chgData name="Jaime Leonardo Barbosa Perez" userId="3291dd0c0a50a603" providerId="LiveId" clId="{215C019D-1D12-470B-93BD-6A7D069EA818}" dt="2026-04-29T19:34:10.737" v="6" actId="47"/>
        <pc:sldMkLst>
          <pc:docMk/>
          <pc:sldMk cId="3171037467" sldId="461"/>
        </pc:sldMkLst>
      </pc:sldChg>
      <pc:sldChg chg="del">
        <pc:chgData name="Jaime Leonardo Barbosa Perez" userId="3291dd0c0a50a603" providerId="LiveId" clId="{215C019D-1D12-470B-93BD-6A7D069EA818}" dt="2026-04-29T19:34:10.737" v="6" actId="47"/>
        <pc:sldMkLst>
          <pc:docMk/>
          <pc:sldMk cId="1674769569" sldId="462"/>
        </pc:sldMkLst>
      </pc:sldChg>
      <pc:sldChg chg="del">
        <pc:chgData name="Jaime Leonardo Barbosa Perez" userId="3291dd0c0a50a603" providerId="LiveId" clId="{215C019D-1D12-470B-93BD-6A7D069EA818}" dt="2026-04-29T19:34:10.737" v="6" actId="47"/>
        <pc:sldMkLst>
          <pc:docMk/>
          <pc:sldMk cId="3984991100" sldId="463"/>
        </pc:sldMkLst>
      </pc:sldChg>
      <pc:sldChg chg="del">
        <pc:chgData name="Jaime Leonardo Barbosa Perez" userId="3291dd0c0a50a603" providerId="LiveId" clId="{215C019D-1D12-470B-93BD-6A7D069EA818}" dt="2026-04-29T19:34:10.737" v="6" actId="47"/>
        <pc:sldMkLst>
          <pc:docMk/>
          <pc:sldMk cId="1169875792" sldId="464"/>
        </pc:sldMkLst>
      </pc:sldChg>
      <pc:sldChg chg="del">
        <pc:chgData name="Jaime Leonardo Barbosa Perez" userId="3291dd0c0a50a603" providerId="LiveId" clId="{215C019D-1D12-470B-93BD-6A7D069EA818}" dt="2026-04-29T19:34:10.737" v="6" actId="47"/>
        <pc:sldMkLst>
          <pc:docMk/>
          <pc:sldMk cId="2002266139" sldId="465"/>
        </pc:sldMkLst>
      </pc:sldChg>
      <pc:sldChg chg="del">
        <pc:chgData name="Jaime Leonardo Barbosa Perez" userId="3291dd0c0a50a603" providerId="LiveId" clId="{215C019D-1D12-470B-93BD-6A7D069EA818}" dt="2026-04-29T19:34:10.737" v="6" actId="47"/>
        <pc:sldMkLst>
          <pc:docMk/>
          <pc:sldMk cId="3000437884" sldId="466"/>
        </pc:sldMkLst>
      </pc:sldChg>
      <pc:sldChg chg="del">
        <pc:chgData name="Jaime Leonardo Barbosa Perez" userId="3291dd0c0a50a603" providerId="LiveId" clId="{215C019D-1D12-470B-93BD-6A7D069EA818}" dt="2026-04-29T19:34:10.737" v="6" actId="47"/>
        <pc:sldMkLst>
          <pc:docMk/>
          <pc:sldMk cId="2122687646" sldId="467"/>
        </pc:sldMkLst>
      </pc:sldChg>
      <pc:sldChg chg="del">
        <pc:chgData name="Jaime Leonardo Barbosa Perez" userId="3291dd0c0a50a603" providerId="LiveId" clId="{215C019D-1D12-470B-93BD-6A7D069EA818}" dt="2026-04-29T19:34:10.737" v="6" actId="47"/>
        <pc:sldMkLst>
          <pc:docMk/>
          <pc:sldMk cId="1285245812" sldId="468"/>
        </pc:sldMkLst>
      </pc:sldChg>
      <pc:sldChg chg="del">
        <pc:chgData name="Jaime Leonardo Barbosa Perez" userId="3291dd0c0a50a603" providerId="LiveId" clId="{215C019D-1D12-470B-93BD-6A7D069EA818}" dt="2026-04-29T19:34:10.737" v="6" actId="47"/>
        <pc:sldMkLst>
          <pc:docMk/>
          <pc:sldMk cId="12326229" sldId="469"/>
        </pc:sldMkLst>
      </pc:sldChg>
      <pc:sldChg chg="del">
        <pc:chgData name="Jaime Leonardo Barbosa Perez" userId="3291dd0c0a50a603" providerId="LiveId" clId="{215C019D-1D12-470B-93BD-6A7D069EA818}" dt="2026-04-29T19:34:10.737" v="6" actId="47"/>
        <pc:sldMkLst>
          <pc:docMk/>
          <pc:sldMk cId="1787905752" sldId="470"/>
        </pc:sldMkLst>
      </pc:sldChg>
      <pc:sldChg chg="del">
        <pc:chgData name="Jaime Leonardo Barbosa Perez" userId="3291dd0c0a50a603" providerId="LiveId" clId="{215C019D-1D12-470B-93BD-6A7D069EA818}" dt="2026-04-29T19:34:10.737" v="6" actId="47"/>
        <pc:sldMkLst>
          <pc:docMk/>
          <pc:sldMk cId="412018478" sldId="471"/>
        </pc:sldMkLst>
      </pc:sldChg>
      <pc:sldChg chg="del">
        <pc:chgData name="Jaime Leonardo Barbosa Perez" userId="3291dd0c0a50a603" providerId="LiveId" clId="{215C019D-1D12-470B-93BD-6A7D069EA818}" dt="2026-04-29T19:34:10.737" v="6" actId="47"/>
        <pc:sldMkLst>
          <pc:docMk/>
          <pc:sldMk cId="1994001487" sldId="472"/>
        </pc:sldMkLst>
      </pc:sldChg>
      <pc:sldChg chg="del">
        <pc:chgData name="Jaime Leonardo Barbosa Perez" userId="3291dd0c0a50a603" providerId="LiveId" clId="{215C019D-1D12-470B-93BD-6A7D069EA818}" dt="2026-04-29T19:34:10.737" v="6" actId="47"/>
        <pc:sldMkLst>
          <pc:docMk/>
          <pc:sldMk cId="1833471765" sldId="473"/>
        </pc:sldMkLst>
      </pc:sldChg>
      <pc:sldChg chg="del">
        <pc:chgData name="Jaime Leonardo Barbosa Perez" userId="3291dd0c0a50a603" providerId="LiveId" clId="{215C019D-1D12-470B-93BD-6A7D069EA818}" dt="2026-04-29T19:34:10.737" v="6" actId="47"/>
        <pc:sldMkLst>
          <pc:docMk/>
          <pc:sldMk cId="4200519862" sldId="474"/>
        </pc:sldMkLst>
      </pc:sldChg>
      <pc:sldChg chg="del">
        <pc:chgData name="Jaime Leonardo Barbosa Perez" userId="3291dd0c0a50a603" providerId="LiveId" clId="{215C019D-1D12-470B-93BD-6A7D069EA818}" dt="2026-04-29T19:34:10.737" v="6" actId="47"/>
        <pc:sldMkLst>
          <pc:docMk/>
          <pc:sldMk cId="3306837112" sldId="475"/>
        </pc:sldMkLst>
      </pc:sldChg>
      <pc:sldChg chg="del">
        <pc:chgData name="Jaime Leonardo Barbosa Perez" userId="3291dd0c0a50a603" providerId="LiveId" clId="{215C019D-1D12-470B-93BD-6A7D069EA818}" dt="2026-04-29T19:34:10.737" v="6" actId="47"/>
        <pc:sldMkLst>
          <pc:docMk/>
          <pc:sldMk cId="2052951813" sldId="476"/>
        </pc:sldMkLst>
      </pc:sldChg>
      <pc:sldChg chg="del">
        <pc:chgData name="Jaime Leonardo Barbosa Perez" userId="3291dd0c0a50a603" providerId="LiveId" clId="{215C019D-1D12-470B-93BD-6A7D069EA818}" dt="2026-04-29T19:34:10.737" v="6" actId="47"/>
        <pc:sldMkLst>
          <pc:docMk/>
          <pc:sldMk cId="1573581788" sldId="477"/>
        </pc:sldMkLst>
      </pc:sldChg>
      <pc:sldChg chg="del">
        <pc:chgData name="Jaime Leonardo Barbosa Perez" userId="3291dd0c0a50a603" providerId="LiveId" clId="{215C019D-1D12-470B-93BD-6A7D069EA818}" dt="2026-04-29T19:34:10.737" v="6" actId="47"/>
        <pc:sldMkLst>
          <pc:docMk/>
          <pc:sldMk cId="2456916047" sldId="478"/>
        </pc:sldMkLst>
      </pc:sldChg>
      <pc:sldChg chg="del">
        <pc:chgData name="Jaime Leonardo Barbosa Perez" userId="3291dd0c0a50a603" providerId="LiveId" clId="{215C019D-1D12-470B-93BD-6A7D069EA818}" dt="2026-04-29T19:34:10.737" v="6" actId="47"/>
        <pc:sldMkLst>
          <pc:docMk/>
          <pc:sldMk cId="632316642" sldId="479"/>
        </pc:sldMkLst>
      </pc:sldChg>
      <pc:sldChg chg="del">
        <pc:chgData name="Jaime Leonardo Barbosa Perez" userId="3291dd0c0a50a603" providerId="LiveId" clId="{215C019D-1D12-470B-93BD-6A7D069EA818}" dt="2026-04-29T19:34:10.737" v="6" actId="47"/>
        <pc:sldMkLst>
          <pc:docMk/>
          <pc:sldMk cId="3199759741" sldId="480"/>
        </pc:sldMkLst>
      </pc:sldChg>
      <pc:sldChg chg="del">
        <pc:chgData name="Jaime Leonardo Barbosa Perez" userId="3291dd0c0a50a603" providerId="LiveId" clId="{215C019D-1D12-470B-93BD-6A7D069EA818}" dt="2026-04-29T19:34:10.737" v="6" actId="47"/>
        <pc:sldMkLst>
          <pc:docMk/>
          <pc:sldMk cId="3938611014" sldId="481"/>
        </pc:sldMkLst>
      </pc:sldChg>
      <pc:sldChg chg="del">
        <pc:chgData name="Jaime Leonardo Barbosa Perez" userId="3291dd0c0a50a603" providerId="LiveId" clId="{215C019D-1D12-470B-93BD-6A7D069EA818}" dt="2026-04-29T19:34:10.737" v="6" actId="47"/>
        <pc:sldMkLst>
          <pc:docMk/>
          <pc:sldMk cId="2649711917" sldId="482"/>
        </pc:sldMkLst>
      </pc:sldChg>
      <pc:sldChg chg="del">
        <pc:chgData name="Jaime Leonardo Barbosa Perez" userId="3291dd0c0a50a603" providerId="LiveId" clId="{215C019D-1D12-470B-93BD-6A7D069EA818}" dt="2026-04-29T19:34:10.737" v="6" actId="47"/>
        <pc:sldMkLst>
          <pc:docMk/>
          <pc:sldMk cId="2614633637" sldId="483"/>
        </pc:sldMkLst>
      </pc:sldChg>
      <pc:sldChg chg="del">
        <pc:chgData name="Jaime Leonardo Barbosa Perez" userId="3291dd0c0a50a603" providerId="LiveId" clId="{215C019D-1D12-470B-93BD-6A7D069EA818}" dt="2026-04-29T19:34:10.737" v="6" actId="47"/>
        <pc:sldMkLst>
          <pc:docMk/>
          <pc:sldMk cId="1302386796" sldId="484"/>
        </pc:sldMkLst>
      </pc:sldChg>
      <pc:sldChg chg="del">
        <pc:chgData name="Jaime Leonardo Barbosa Perez" userId="3291dd0c0a50a603" providerId="LiveId" clId="{215C019D-1D12-470B-93BD-6A7D069EA818}" dt="2026-04-29T19:34:10.737" v="6" actId="47"/>
        <pc:sldMkLst>
          <pc:docMk/>
          <pc:sldMk cId="4167779036" sldId="485"/>
        </pc:sldMkLst>
      </pc:sldChg>
      <pc:sldChg chg="del">
        <pc:chgData name="Jaime Leonardo Barbosa Perez" userId="3291dd0c0a50a603" providerId="LiveId" clId="{215C019D-1D12-470B-93BD-6A7D069EA818}" dt="2026-04-29T19:34:10.737" v="6" actId="47"/>
        <pc:sldMkLst>
          <pc:docMk/>
          <pc:sldMk cId="64782197" sldId="486"/>
        </pc:sldMkLst>
      </pc:sldChg>
      <pc:sldChg chg="del">
        <pc:chgData name="Jaime Leonardo Barbosa Perez" userId="3291dd0c0a50a603" providerId="LiveId" clId="{215C019D-1D12-470B-93BD-6A7D069EA818}" dt="2026-04-29T19:36:30.435" v="7" actId="47"/>
        <pc:sldMkLst>
          <pc:docMk/>
          <pc:sldMk cId="1461759023" sldId="487"/>
        </pc:sldMkLst>
      </pc:sldChg>
      <pc:sldChg chg="del">
        <pc:chgData name="Jaime Leonardo Barbosa Perez" userId="3291dd0c0a50a603" providerId="LiveId" clId="{215C019D-1D12-470B-93BD-6A7D069EA818}" dt="2026-04-29T19:36:30.435" v="7" actId="47"/>
        <pc:sldMkLst>
          <pc:docMk/>
          <pc:sldMk cId="2630993116" sldId="488"/>
        </pc:sldMkLst>
      </pc:sldChg>
      <pc:sldChg chg="del">
        <pc:chgData name="Jaime Leonardo Barbosa Perez" userId="3291dd0c0a50a603" providerId="LiveId" clId="{215C019D-1D12-470B-93BD-6A7D069EA818}" dt="2026-04-29T19:36:30.435" v="7" actId="47"/>
        <pc:sldMkLst>
          <pc:docMk/>
          <pc:sldMk cId="1457228804" sldId="489"/>
        </pc:sldMkLst>
      </pc:sldChg>
      <pc:sldChg chg="del">
        <pc:chgData name="Jaime Leonardo Barbosa Perez" userId="3291dd0c0a50a603" providerId="LiveId" clId="{215C019D-1D12-470B-93BD-6A7D069EA818}" dt="2026-04-29T19:36:30.435" v="7" actId="47"/>
        <pc:sldMkLst>
          <pc:docMk/>
          <pc:sldMk cId="2712293479" sldId="490"/>
        </pc:sldMkLst>
      </pc:sldChg>
      <pc:sldChg chg="del">
        <pc:chgData name="Jaime Leonardo Barbosa Perez" userId="3291dd0c0a50a603" providerId="LiveId" clId="{215C019D-1D12-470B-93BD-6A7D069EA818}" dt="2026-04-29T19:36:30.435" v="7" actId="47"/>
        <pc:sldMkLst>
          <pc:docMk/>
          <pc:sldMk cId="1911838335" sldId="491"/>
        </pc:sldMkLst>
      </pc:sldChg>
      <pc:sldChg chg="del">
        <pc:chgData name="Jaime Leonardo Barbosa Perez" userId="3291dd0c0a50a603" providerId="LiveId" clId="{215C019D-1D12-470B-93BD-6A7D069EA818}" dt="2026-04-29T19:36:30.435" v="7" actId="47"/>
        <pc:sldMkLst>
          <pc:docMk/>
          <pc:sldMk cId="420328836" sldId="492"/>
        </pc:sldMkLst>
      </pc:sldChg>
      <pc:sldChg chg="del">
        <pc:chgData name="Jaime Leonardo Barbosa Perez" userId="3291dd0c0a50a603" providerId="LiveId" clId="{215C019D-1D12-470B-93BD-6A7D069EA818}" dt="2026-04-29T19:36:30.435" v="7" actId="47"/>
        <pc:sldMkLst>
          <pc:docMk/>
          <pc:sldMk cId="1138737488" sldId="493"/>
        </pc:sldMkLst>
      </pc:sldChg>
      <pc:sldChg chg="del">
        <pc:chgData name="Jaime Leonardo Barbosa Perez" userId="3291dd0c0a50a603" providerId="LiveId" clId="{215C019D-1D12-470B-93BD-6A7D069EA818}" dt="2026-04-29T19:36:30.435" v="7" actId="47"/>
        <pc:sldMkLst>
          <pc:docMk/>
          <pc:sldMk cId="3702990079" sldId="494"/>
        </pc:sldMkLst>
      </pc:sldChg>
      <pc:sldChg chg="del">
        <pc:chgData name="Jaime Leonardo Barbosa Perez" userId="3291dd0c0a50a603" providerId="LiveId" clId="{215C019D-1D12-470B-93BD-6A7D069EA818}" dt="2026-04-29T19:36:30.435" v="7" actId="47"/>
        <pc:sldMkLst>
          <pc:docMk/>
          <pc:sldMk cId="167062128" sldId="495"/>
        </pc:sldMkLst>
      </pc:sldChg>
      <pc:sldChg chg="del">
        <pc:chgData name="Jaime Leonardo Barbosa Perez" userId="3291dd0c0a50a603" providerId="LiveId" clId="{215C019D-1D12-470B-93BD-6A7D069EA818}" dt="2026-04-29T19:36:30.435" v="7" actId="47"/>
        <pc:sldMkLst>
          <pc:docMk/>
          <pc:sldMk cId="4139509183" sldId="496"/>
        </pc:sldMkLst>
      </pc:sldChg>
      <pc:sldChg chg="del">
        <pc:chgData name="Jaime Leonardo Barbosa Perez" userId="3291dd0c0a50a603" providerId="LiveId" clId="{215C019D-1D12-470B-93BD-6A7D069EA818}" dt="2026-04-29T19:36:30.435" v="7" actId="47"/>
        <pc:sldMkLst>
          <pc:docMk/>
          <pc:sldMk cId="2906803936" sldId="497"/>
        </pc:sldMkLst>
      </pc:sldChg>
      <pc:sldChg chg="del">
        <pc:chgData name="Jaime Leonardo Barbosa Perez" userId="3291dd0c0a50a603" providerId="LiveId" clId="{215C019D-1D12-470B-93BD-6A7D069EA818}" dt="2026-04-29T19:41:18.395" v="11" actId="47"/>
        <pc:sldMkLst>
          <pc:docMk/>
          <pc:sldMk cId="129542585" sldId="500"/>
        </pc:sldMkLst>
      </pc:sldChg>
      <pc:sldChg chg="del">
        <pc:chgData name="Jaime Leonardo Barbosa Perez" userId="3291dd0c0a50a603" providerId="LiveId" clId="{215C019D-1D12-470B-93BD-6A7D069EA818}" dt="2026-04-29T19:41:18.395" v="11" actId="47"/>
        <pc:sldMkLst>
          <pc:docMk/>
          <pc:sldMk cId="2771768656" sldId="501"/>
        </pc:sldMkLst>
      </pc:sldChg>
      <pc:sldChg chg="del">
        <pc:chgData name="Jaime Leonardo Barbosa Perez" userId="3291dd0c0a50a603" providerId="LiveId" clId="{215C019D-1D12-470B-93BD-6A7D069EA818}" dt="2026-04-29T19:41:18.395" v="11" actId="47"/>
        <pc:sldMkLst>
          <pc:docMk/>
          <pc:sldMk cId="2661998545" sldId="502"/>
        </pc:sldMkLst>
      </pc:sldChg>
      <pc:sldChg chg="del">
        <pc:chgData name="Jaime Leonardo Barbosa Perez" userId="3291dd0c0a50a603" providerId="LiveId" clId="{215C019D-1D12-470B-93BD-6A7D069EA818}" dt="2026-04-29T19:41:18.395" v="11" actId="47"/>
        <pc:sldMkLst>
          <pc:docMk/>
          <pc:sldMk cId="4178376728" sldId="503"/>
        </pc:sldMkLst>
      </pc:sldChg>
      <pc:sldChg chg="del">
        <pc:chgData name="Jaime Leonardo Barbosa Perez" userId="3291dd0c0a50a603" providerId="LiveId" clId="{215C019D-1D12-470B-93BD-6A7D069EA818}" dt="2026-04-29T19:41:18.395" v="11" actId="47"/>
        <pc:sldMkLst>
          <pc:docMk/>
          <pc:sldMk cId="1543396571" sldId="504"/>
        </pc:sldMkLst>
      </pc:sldChg>
      <pc:sldChg chg="del">
        <pc:chgData name="Jaime Leonardo Barbosa Perez" userId="3291dd0c0a50a603" providerId="LiveId" clId="{215C019D-1D12-470B-93BD-6A7D069EA818}" dt="2026-04-29T19:41:18.395" v="11" actId="47"/>
        <pc:sldMkLst>
          <pc:docMk/>
          <pc:sldMk cId="3356525890" sldId="505"/>
        </pc:sldMkLst>
      </pc:sldChg>
      <pc:sldChg chg="del">
        <pc:chgData name="Jaime Leonardo Barbosa Perez" userId="3291dd0c0a50a603" providerId="LiveId" clId="{215C019D-1D12-470B-93BD-6A7D069EA818}" dt="2026-04-29T19:41:18.395" v="11" actId="47"/>
        <pc:sldMkLst>
          <pc:docMk/>
          <pc:sldMk cId="2511373299" sldId="506"/>
        </pc:sldMkLst>
      </pc:sldChg>
      <pc:sldChg chg="del">
        <pc:chgData name="Jaime Leonardo Barbosa Perez" userId="3291dd0c0a50a603" providerId="LiveId" clId="{215C019D-1D12-470B-93BD-6A7D069EA818}" dt="2026-04-29T19:41:18.395" v="11" actId="47"/>
        <pc:sldMkLst>
          <pc:docMk/>
          <pc:sldMk cId="3920998545" sldId="507"/>
        </pc:sldMkLst>
      </pc:sldChg>
      <pc:sldChg chg="del">
        <pc:chgData name="Jaime Leonardo Barbosa Perez" userId="3291dd0c0a50a603" providerId="LiveId" clId="{215C019D-1D12-470B-93BD-6A7D069EA818}" dt="2026-04-29T19:41:18.395" v="11" actId="47"/>
        <pc:sldMkLst>
          <pc:docMk/>
          <pc:sldMk cId="291107545" sldId="508"/>
        </pc:sldMkLst>
      </pc:sldChg>
      <pc:sldChg chg="del">
        <pc:chgData name="Jaime Leonardo Barbosa Perez" userId="3291dd0c0a50a603" providerId="LiveId" clId="{215C019D-1D12-470B-93BD-6A7D069EA818}" dt="2026-04-29T19:41:18.395" v="11" actId="47"/>
        <pc:sldMkLst>
          <pc:docMk/>
          <pc:sldMk cId="3354464932" sldId="509"/>
        </pc:sldMkLst>
      </pc:sldChg>
      <pc:sldChg chg="del">
        <pc:chgData name="Jaime Leonardo Barbosa Perez" userId="3291dd0c0a50a603" providerId="LiveId" clId="{215C019D-1D12-470B-93BD-6A7D069EA818}" dt="2026-04-29T19:41:18.395" v="11" actId="47"/>
        <pc:sldMkLst>
          <pc:docMk/>
          <pc:sldMk cId="1361183213" sldId="510"/>
        </pc:sldMkLst>
      </pc:sldChg>
      <pc:sldChg chg="del">
        <pc:chgData name="Jaime Leonardo Barbosa Perez" userId="3291dd0c0a50a603" providerId="LiveId" clId="{215C019D-1D12-470B-93BD-6A7D069EA818}" dt="2026-04-29T19:41:18.395" v="11" actId="47"/>
        <pc:sldMkLst>
          <pc:docMk/>
          <pc:sldMk cId="3830925694" sldId="511"/>
        </pc:sldMkLst>
      </pc:sldChg>
      <pc:sldChg chg="del">
        <pc:chgData name="Jaime Leonardo Barbosa Perez" userId="3291dd0c0a50a603" providerId="LiveId" clId="{215C019D-1D12-470B-93BD-6A7D069EA818}" dt="2026-04-29T19:41:18.395" v="11" actId="47"/>
        <pc:sldMkLst>
          <pc:docMk/>
          <pc:sldMk cId="100192439" sldId="512"/>
        </pc:sldMkLst>
      </pc:sldChg>
      <pc:sldChg chg="del">
        <pc:chgData name="Jaime Leonardo Barbosa Perez" userId="3291dd0c0a50a603" providerId="LiveId" clId="{215C019D-1D12-470B-93BD-6A7D069EA818}" dt="2026-04-29T19:41:18.395" v="11" actId="47"/>
        <pc:sldMkLst>
          <pc:docMk/>
          <pc:sldMk cId="2146684510" sldId="513"/>
        </pc:sldMkLst>
      </pc:sldChg>
      <pc:sldChg chg="del">
        <pc:chgData name="Jaime Leonardo Barbosa Perez" userId="3291dd0c0a50a603" providerId="LiveId" clId="{215C019D-1D12-470B-93BD-6A7D069EA818}" dt="2026-04-29T19:41:18.395" v="11" actId="47"/>
        <pc:sldMkLst>
          <pc:docMk/>
          <pc:sldMk cId="1920301810" sldId="514"/>
        </pc:sldMkLst>
      </pc:sldChg>
      <pc:sldChg chg="del">
        <pc:chgData name="Jaime Leonardo Barbosa Perez" userId="3291dd0c0a50a603" providerId="LiveId" clId="{215C019D-1D12-470B-93BD-6A7D069EA818}" dt="2026-04-29T19:41:18.395" v="11" actId="47"/>
        <pc:sldMkLst>
          <pc:docMk/>
          <pc:sldMk cId="1138011300" sldId="515"/>
        </pc:sldMkLst>
      </pc:sldChg>
      <pc:sldChg chg="del">
        <pc:chgData name="Jaime Leonardo Barbosa Perez" userId="3291dd0c0a50a603" providerId="LiveId" clId="{215C019D-1D12-470B-93BD-6A7D069EA818}" dt="2026-04-29T19:41:18.395" v="11" actId="47"/>
        <pc:sldMkLst>
          <pc:docMk/>
          <pc:sldMk cId="234747265" sldId="516"/>
        </pc:sldMkLst>
      </pc:sldChg>
      <pc:sldChg chg="del">
        <pc:chgData name="Jaime Leonardo Barbosa Perez" userId="3291dd0c0a50a603" providerId="LiveId" clId="{215C019D-1D12-470B-93BD-6A7D069EA818}" dt="2026-04-29T19:41:18.395" v="11" actId="47"/>
        <pc:sldMkLst>
          <pc:docMk/>
          <pc:sldMk cId="1018947136" sldId="517"/>
        </pc:sldMkLst>
      </pc:sldChg>
      <pc:sldChg chg="del">
        <pc:chgData name="Jaime Leonardo Barbosa Perez" userId="3291dd0c0a50a603" providerId="LiveId" clId="{215C019D-1D12-470B-93BD-6A7D069EA818}" dt="2026-04-29T19:41:18.395" v="11" actId="47"/>
        <pc:sldMkLst>
          <pc:docMk/>
          <pc:sldMk cId="3683885397" sldId="518"/>
        </pc:sldMkLst>
      </pc:sldChg>
      <pc:sldChg chg="del">
        <pc:chgData name="Jaime Leonardo Barbosa Perez" userId="3291dd0c0a50a603" providerId="LiveId" clId="{215C019D-1D12-470B-93BD-6A7D069EA818}" dt="2026-04-29T19:41:18.395" v="11" actId="47"/>
        <pc:sldMkLst>
          <pc:docMk/>
          <pc:sldMk cId="2705609414" sldId="519"/>
        </pc:sldMkLst>
      </pc:sldChg>
      <pc:sldChg chg="del">
        <pc:chgData name="Jaime Leonardo Barbosa Perez" userId="3291dd0c0a50a603" providerId="LiveId" clId="{215C019D-1D12-470B-93BD-6A7D069EA818}" dt="2026-04-29T19:41:18.395" v="11" actId="47"/>
        <pc:sldMkLst>
          <pc:docMk/>
          <pc:sldMk cId="3297513596" sldId="520"/>
        </pc:sldMkLst>
      </pc:sldChg>
      <pc:sldChg chg="del">
        <pc:chgData name="Jaime Leonardo Barbosa Perez" userId="3291dd0c0a50a603" providerId="LiveId" clId="{215C019D-1D12-470B-93BD-6A7D069EA818}" dt="2026-04-29T19:41:18.395" v="11" actId="47"/>
        <pc:sldMkLst>
          <pc:docMk/>
          <pc:sldMk cId="439953389" sldId="521"/>
        </pc:sldMkLst>
      </pc:sldChg>
      <pc:sldChg chg="del">
        <pc:chgData name="Jaime Leonardo Barbosa Perez" userId="3291dd0c0a50a603" providerId="LiveId" clId="{215C019D-1D12-470B-93BD-6A7D069EA818}" dt="2026-04-29T19:41:18.395" v="11" actId="47"/>
        <pc:sldMkLst>
          <pc:docMk/>
          <pc:sldMk cId="3265126453" sldId="522"/>
        </pc:sldMkLst>
      </pc:sldChg>
      <pc:sldChg chg="del">
        <pc:chgData name="Jaime Leonardo Barbosa Perez" userId="3291dd0c0a50a603" providerId="LiveId" clId="{215C019D-1D12-470B-93BD-6A7D069EA818}" dt="2026-04-29T19:41:18.395" v="11" actId="47"/>
        <pc:sldMkLst>
          <pc:docMk/>
          <pc:sldMk cId="2367172391" sldId="523"/>
        </pc:sldMkLst>
      </pc:sldChg>
      <pc:sldChg chg="del">
        <pc:chgData name="Jaime Leonardo Barbosa Perez" userId="3291dd0c0a50a603" providerId="LiveId" clId="{215C019D-1D12-470B-93BD-6A7D069EA818}" dt="2026-04-29T19:34:10.737" v="6" actId="47"/>
        <pc:sldMkLst>
          <pc:docMk/>
          <pc:sldMk cId="1220152384" sldId="524"/>
        </pc:sldMkLst>
      </pc:sldChg>
      <pc:sldChg chg="del">
        <pc:chgData name="Jaime Leonardo Barbosa Perez" userId="3291dd0c0a50a603" providerId="LiveId" clId="{215C019D-1D12-470B-93BD-6A7D069EA818}" dt="2026-04-29T19:34:10.737" v="6" actId="47"/>
        <pc:sldMkLst>
          <pc:docMk/>
          <pc:sldMk cId="105550117" sldId="525"/>
        </pc:sldMkLst>
      </pc:sldChg>
      <pc:sldChg chg="del">
        <pc:chgData name="Jaime Leonardo Barbosa Perez" userId="3291dd0c0a50a603" providerId="LiveId" clId="{215C019D-1D12-470B-93BD-6A7D069EA818}" dt="2026-04-29T19:34:10.737" v="6" actId="47"/>
        <pc:sldMkLst>
          <pc:docMk/>
          <pc:sldMk cId="1429974000" sldId="526"/>
        </pc:sldMkLst>
      </pc:sldChg>
      <pc:sldChg chg="del">
        <pc:chgData name="Jaime Leonardo Barbosa Perez" userId="3291dd0c0a50a603" providerId="LiveId" clId="{215C019D-1D12-470B-93BD-6A7D069EA818}" dt="2026-04-29T19:34:10.737" v="6" actId="47"/>
        <pc:sldMkLst>
          <pc:docMk/>
          <pc:sldMk cId="2199778035" sldId="527"/>
        </pc:sldMkLst>
      </pc:sldChg>
      <pc:sldChg chg="del">
        <pc:chgData name="Jaime Leonardo Barbosa Perez" userId="3291dd0c0a50a603" providerId="LiveId" clId="{215C019D-1D12-470B-93BD-6A7D069EA818}" dt="2026-04-29T19:34:10.737" v="6" actId="47"/>
        <pc:sldMkLst>
          <pc:docMk/>
          <pc:sldMk cId="3327581370" sldId="528"/>
        </pc:sldMkLst>
      </pc:sldChg>
      <pc:sldChg chg="del">
        <pc:chgData name="Jaime Leonardo Barbosa Perez" userId="3291dd0c0a50a603" providerId="LiveId" clId="{215C019D-1D12-470B-93BD-6A7D069EA818}" dt="2026-04-29T19:34:10.737" v="6" actId="47"/>
        <pc:sldMkLst>
          <pc:docMk/>
          <pc:sldMk cId="1278426478" sldId="529"/>
        </pc:sldMkLst>
      </pc:sldChg>
      <pc:sldChg chg="del">
        <pc:chgData name="Jaime Leonardo Barbosa Perez" userId="3291dd0c0a50a603" providerId="LiveId" clId="{215C019D-1D12-470B-93BD-6A7D069EA818}" dt="2026-04-29T19:34:10.737" v="6" actId="47"/>
        <pc:sldMkLst>
          <pc:docMk/>
          <pc:sldMk cId="3775721772" sldId="530"/>
        </pc:sldMkLst>
      </pc:sldChg>
      <pc:sldChg chg="del">
        <pc:chgData name="Jaime Leonardo Barbosa Perez" userId="3291dd0c0a50a603" providerId="LiveId" clId="{215C019D-1D12-470B-93BD-6A7D069EA818}" dt="2026-04-29T19:40:21.584" v="9" actId="47"/>
        <pc:sldMkLst>
          <pc:docMk/>
          <pc:sldMk cId="661843729" sldId="531"/>
        </pc:sldMkLst>
      </pc:sldChg>
      <pc:sldChg chg="del">
        <pc:chgData name="Jaime Leonardo Barbosa Perez" userId="3291dd0c0a50a603" providerId="LiveId" clId="{215C019D-1D12-470B-93BD-6A7D069EA818}" dt="2026-04-29T19:40:21.584" v="9" actId="47"/>
        <pc:sldMkLst>
          <pc:docMk/>
          <pc:sldMk cId="1044677695" sldId="532"/>
        </pc:sldMkLst>
      </pc:sldChg>
      <pc:sldChg chg="del">
        <pc:chgData name="Jaime Leonardo Barbosa Perez" userId="3291dd0c0a50a603" providerId="LiveId" clId="{215C019D-1D12-470B-93BD-6A7D069EA818}" dt="2026-04-29T19:40:21.584" v="9" actId="47"/>
        <pc:sldMkLst>
          <pc:docMk/>
          <pc:sldMk cId="2568004768" sldId="533"/>
        </pc:sldMkLst>
      </pc:sldChg>
      <pc:sldChg chg="del">
        <pc:chgData name="Jaime Leonardo Barbosa Perez" userId="3291dd0c0a50a603" providerId="LiveId" clId="{215C019D-1D12-470B-93BD-6A7D069EA818}" dt="2026-04-29T19:40:21.584" v="9" actId="47"/>
        <pc:sldMkLst>
          <pc:docMk/>
          <pc:sldMk cId="3514984535" sldId="534"/>
        </pc:sldMkLst>
      </pc:sldChg>
      <pc:sldChg chg="del">
        <pc:chgData name="Jaime Leonardo Barbosa Perez" userId="3291dd0c0a50a603" providerId="LiveId" clId="{215C019D-1D12-470B-93BD-6A7D069EA818}" dt="2026-04-29T19:40:21.584" v="9" actId="47"/>
        <pc:sldMkLst>
          <pc:docMk/>
          <pc:sldMk cId="3795271553" sldId="535"/>
        </pc:sldMkLst>
      </pc:sldChg>
      <pc:sldChg chg="del">
        <pc:chgData name="Jaime Leonardo Barbosa Perez" userId="3291dd0c0a50a603" providerId="LiveId" clId="{215C019D-1D12-470B-93BD-6A7D069EA818}" dt="2026-04-29T19:40:21.584" v="9" actId="47"/>
        <pc:sldMkLst>
          <pc:docMk/>
          <pc:sldMk cId="2703630712" sldId="536"/>
        </pc:sldMkLst>
      </pc:sldChg>
      <pc:sldChg chg="del">
        <pc:chgData name="Jaime Leonardo Barbosa Perez" userId="3291dd0c0a50a603" providerId="LiveId" clId="{215C019D-1D12-470B-93BD-6A7D069EA818}" dt="2026-04-29T19:34:10.737" v="6" actId="47"/>
        <pc:sldMkLst>
          <pc:docMk/>
          <pc:sldMk cId="453954678" sldId="537"/>
        </pc:sldMkLst>
      </pc:sldChg>
      <pc:sldChg chg="del">
        <pc:chgData name="Jaime Leonardo Barbosa Perez" userId="3291dd0c0a50a603" providerId="LiveId" clId="{215C019D-1D12-470B-93BD-6A7D069EA818}" dt="2026-04-29T19:34:10.737" v="6" actId="47"/>
        <pc:sldMkLst>
          <pc:docMk/>
          <pc:sldMk cId="2520730185" sldId="538"/>
        </pc:sldMkLst>
      </pc:sldChg>
      <pc:sldChg chg="del">
        <pc:chgData name="Jaime Leonardo Barbosa Perez" userId="3291dd0c0a50a603" providerId="LiveId" clId="{215C019D-1D12-470B-93BD-6A7D069EA818}" dt="2026-04-29T19:36:30.435" v="7" actId="47"/>
        <pc:sldMkLst>
          <pc:docMk/>
          <pc:sldMk cId="1867238423" sldId="539"/>
        </pc:sldMkLst>
      </pc:sldChg>
      <pc:sldChg chg="del">
        <pc:chgData name="Jaime Leonardo Barbosa Perez" userId="3291dd0c0a50a603" providerId="LiveId" clId="{215C019D-1D12-470B-93BD-6A7D069EA818}" dt="2026-04-29T19:36:30.435" v="7" actId="47"/>
        <pc:sldMkLst>
          <pc:docMk/>
          <pc:sldMk cId="3698273593" sldId="540"/>
        </pc:sldMkLst>
      </pc:sldChg>
      <pc:sldChg chg="del">
        <pc:chgData name="Jaime Leonardo Barbosa Perez" userId="3291dd0c0a50a603" providerId="LiveId" clId="{215C019D-1D12-470B-93BD-6A7D069EA818}" dt="2026-04-29T19:36:30.435" v="7" actId="47"/>
        <pc:sldMkLst>
          <pc:docMk/>
          <pc:sldMk cId="1104320473" sldId="541"/>
        </pc:sldMkLst>
      </pc:sldChg>
      <pc:sldChg chg="del">
        <pc:chgData name="Jaime Leonardo Barbosa Perez" userId="3291dd0c0a50a603" providerId="LiveId" clId="{215C019D-1D12-470B-93BD-6A7D069EA818}" dt="2026-04-29T19:36:30.435" v="7" actId="47"/>
        <pc:sldMkLst>
          <pc:docMk/>
          <pc:sldMk cId="2938029868" sldId="542"/>
        </pc:sldMkLst>
      </pc:sldChg>
      <pc:sldChg chg="del">
        <pc:chgData name="Jaime Leonardo Barbosa Perez" userId="3291dd0c0a50a603" providerId="LiveId" clId="{215C019D-1D12-470B-93BD-6A7D069EA818}" dt="2026-04-29T19:36:30.435" v="7" actId="47"/>
        <pc:sldMkLst>
          <pc:docMk/>
          <pc:sldMk cId="1312818202" sldId="543"/>
        </pc:sldMkLst>
      </pc:sldChg>
      <pc:sldChg chg="del">
        <pc:chgData name="Jaime Leonardo Barbosa Perez" userId="3291dd0c0a50a603" providerId="LiveId" clId="{215C019D-1D12-470B-93BD-6A7D069EA818}" dt="2026-04-29T19:36:30.435" v="7" actId="47"/>
        <pc:sldMkLst>
          <pc:docMk/>
          <pc:sldMk cId="123577586" sldId="544"/>
        </pc:sldMkLst>
      </pc:sldChg>
      <pc:sldChg chg="del">
        <pc:chgData name="Jaime Leonardo Barbosa Perez" userId="3291dd0c0a50a603" providerId="LiveId" clId="{215C019D-1D12-470B-93BD-6A7D069EA818}" dt="2026-04-29T19:36:30.435" v="7" actId="47"/>
        <pc:sldMkLst>
          <pc:docMk/>
          <pc:sldMk cId="31296955" sldId="545"/>
        </pc:sldMkLst>
      </pc:sldChg>
      <pc:sldChg chg="del">
        <pc:chgData name="Jaime Leonardo Barbosa Perez" userId="3291dd0c0a50a603" providerId="LiveId" clId="{215C019D-1D12-470B-93BD-6A7D069EA818}" dt="2026-04-29T19:36:30.435" v="7" actId="47"/>
        <pc:sldMkLst>
          <pc:docMk/>
          <pc:sldMk cId="4010185204" sldId="546"/>
        </pc:sldMkLst>
      </pc:sldChg>
      <pc:sldChg chg="del">
        <pc:chgData name="Jaime Leonardo Barbosa Perez" userId="3291dd0c0a50a603" providerId="LiveId" clId="{215C019D-1D12-470B-93BD-6A7D069EA818}" dt="2026-04-29T19:34:10.737" v="6" actId="47"/>
        <pc:sldMkLst>
          <pc:docMk/>
          <pc:sldMk cId="1972240570" sldId="547"/>
        </pc:sldMkLst>
      </pc:sldChg>
      <pc:sldChg chg="del">
        <pc:chgData name="Jaime Leonardo Barbosa Perez" userId="3291dd0c0a50a603" providerId="LiveId" clId="{215C019D-1D12-470B-93BD-6A7D069EA818}" dt="2026-04-29T19:34:10.737" v="6" actId="47"/>
        <pc:sldMkLst>
          <pc:docMk/>
          <pc:sldMk cId="1908580087" sldId="548"/>
        </pc:sldMkLst>
      </pc:sldChg>
      <pc:sldChg chg="del">
        <pc:chgData name="Jaime Leonardo Barbosa Perez" userId="3291dd0c0a50a603" providerId="LiveId" clId="{215C019D-1D12-470B-93BD-6A7D069EA818}" dt="2026-04-29T19:40:21.584" v="9" actId="47"/>
        <pc:sldMkLst>
          <pc:docMk/>
          <pc:sldMk cId="1996437785" sldId="549"/>
        </pc:sldMkLst>
      </pc:sldChg>
      <pc:sldChg chg="del">
        <pc:chgData name="Jaime Leonardo Barbosa Perez" userId="3291dd0c0a50a603" providerId="LiveId" clId="{215C019D-1D12-470B-93BD-6A7D069EA818}" dt="2026-04-29T19:34:10.737" v="6" actId="47"/>
        <pc:sldMkLst>
          <pc:docMk/>
          <pc:sldMk cId="3753326023" sldId="550"/>
        </pc:sldMkLst>
      </pc:sldChg>
      <pc:sldChg chg="del">
        <pc:chgData name="Jaime Leonardo Barbosa Perez" userId="3291dd0c0a50a603" providerId="LiveId" clId="{215C019D-1D12-470B-93BD-6A7D069EA818}" dt="2026-04-29T19:34:10.737" v="6" actId="47"/>
        <pc:sldMkLst>
          <pc:docMk/>
          <pc:sldMk cId="3284925212" sldId="551"/>
        </pc:sldMkLst>
      </pc:sldChg>
      <pc:sldChg chg="del">
        <pc:chgData name="Jaime Leonardo Barbosa Perez" userId="3291dd0c0a50a603" providerId="LiveId" clId="{215C019D-1D12-470B-93BD-6A7D069EA818}" dt="2026-04-29T19:41:18.395" v="11" actId="47"/>
        <pc:sldMkLst>
          <pc:docMk/>
          <pc:sldMk cId="4060632040" sldId="552"/>
        </pc:sldMkLst>
      </pc:sldChg>
      <pc:sldChg chg="del">
        <pc:chgData name="Jaime Leonardo Barbosa Perez" userId="3291dd0c0a50a603" providerId="LiveId" clId="{215C019D-1D12-470B-93BD-6A7D069EA818}" dt="2026-04-29T19:34:10.737" v="6" actId="47"/>
        <pc:sldMkLst>
          <pc:docMk/>
          <pc:sldMk cId="890869243" sldId="553"/>
        </pc:sldMkLst>
      </pc:sldChg>
      <pc:sldChg chg="del">
        <pc:chgData name="Jaime Leonardo Barbosa Perez" userId="3291dd0c0a50a603" providerId="LiveId" clId="{215C019D-1D12-470B-93BD-6A7D069EA818}" dt="2026-04-29T19:34:10.737" v="6" actId="47"/>
        <pc:sldMkLst>
          <pc:docMk/>
          <pc:sldMk cId="1623386567" sldId="554"/>
        </pc:sldMkLst>
      </pc:sldChg>
      <pc:sldChg chg="del">
        <pc:chgData name="Jaime Leonardo Barbosa Perez" userId="3291dd0c0a50a603" providerId="LiveId" clId="{215C019D-1D12-470B-93BD-6A7D069EA818}" dt="2026-04-29T19:34:10.737" v="6" actId="47"/>
        <pc:sldMkLst>
          <pc:docMk/>
          <pc:sldMk cId="2932763127" sldId="5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26833" cy="465797"/>
          </a:xfrm>
          <a:prstGeom prst="rect">
            <a:avLst/>
          </a:prstGeom>
        </p:spPr>
        <p:txBody>
          <a:bodyPr vert="horz" lIns="92958" tIns="46479" rIns="92958" bIns="46479" rtlCol="0"/>
          <a:lstStyle>
            <a:lvl1pPr algn="l">
              <a:defRPr sz="1200"/>
            </a:lvl1pPr>
          </a:lstStyle>
          <a:p>
            <a:endParaRPr lang="es-CO"/>
          </a:p>
        </p:txBody>
      </p:sp>
      <p:sp>
        <p:nvSpPr>
          <p:cNvPr id="3" name="Marcador de fecha 2"/>
          <p:cNvSpPr>
            <a:spLocks noGrp="1"/>
          </p:cNvSpPr>
          <p:nvPr>
            <p:ph type="dt" idx="1"/>
          </p:nvPr>
        </p:nvSpPr>
        <p:spPr>
          <a:xfrm>
            <a:off x="3956550" y="0"/>
            <a:ext cx="3026833" cy="465797"/>
          </a:xfrm>
          <a:prstGeom prst="rect">
            <a:avLst/>
          </a:prstGeom>
        </p:spPr>
        <p:txBody>
          <a:bodyPr vert="horz" lIns="92958" tIns="46479" rIns="92958" bIns="46479" rtlCol="0"/>
          <a:lstStyle>
            <a:lvl1pPr algn="r">
              <a:defRPr sz="1200"/>
            </a:lvl1pPr>
          </a:lstStyle>
          <a:p>
            <a:fld id="{FAA9CDD0-40B0-47B1-9CA1-D888E0B9FE01}" type="datetimeFigureOut">
              <a:rPr lang="es-CO" smtClean="0"/>
              <a:t>29/04/2026</a:t>
            </a:fld>
            <a:endParaRPr lang="es-CO"/>
          </a:p>
        </p:txBody>
      </p:sp>
      <p:sp>
        <p:nvSpPr>
          <p:cNvPr id="4" name="Marcador de imagen de diapositiva 3"/>
          <p:cNvSpPr>
            <a:spLocks noGrp="1" noRot="1" noChangeAspect="1"/>
          </p:cNvSpPr>
          <p:nvPr>
            <p:ph type="sldImg" idx="2"/>
          </p:nvPr>
        </p:nvSpPr>
        <p:spPr>
          <a:xfrm>
            <a:off x="706438" y="1160463"/>
            <a:ext cx="5572125" cy="3133725"/>
          </a:xfrm>
          <a:prstGeom prst="rect">
            <a:avLst/>
          </a:prstGeom>
          <a:noFill/>
          <a:ln w="12700">
            <a:solidFill>
              <a:prstClr val="black"/>
            </a:solidFill>
          </a:ln>
        </p:spPr>
        <p:txBody>
          <a:bodyPr vert="horz" lIns="92958" tIns="46479" rIns="92958" bIns="46479" rtlCol="0" anchor="ctr"/>
          <a:lstStyle/>
          <a:p>
            <a:endParaRPr lang="es-CO"/>
          </a:p>
        </p:txBody>
      </p:sp>
      <p:sp>
        <p:nvSpPr>
          <p:cNvPr id="5" name="Marcador de notas 4"/>
          <p:cNvSpPr>
            <a:spLocks noGrp="1"/>
          </p:cNvSpPr>
          <p:nvPr>
            <p:ph type="body" sz="quarter" idx="3"/>
          </p:nvPr>
        </p:nvSpPr>
        <p:spPr>
          <a:xfrm>
            <a:off x="698500" y="4467781"/>
            <a:ext cx="5588000" cy="3655457"/>
          </a:xfrm>
          <a:prstGeom prst="rect">
            <a:avLst/>
          </a:prstGeom>
        </p:spPr>
        <p:txBody>
          <a:bodyPr vert="horz" lIns="92958" tIns="46479" rIns="92958" bIns="46479"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817904"/>
            <a:ext cx="3026833" cy="465796"/>
          </a:xfrm>
          <a:prstGeom prst="rect">
            <a:avLst/>
          </a:prstGeom>
        </p:spPr>
        <p:txBody>
          <a:bodyPr vert="horz" lIns="92958" tIns="46479" rIns="92958" bIns="46479"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956550" y="8817904"/>
            <a:ext cx="3026833" cy="465796"/>
          </a:xfrm>
          <a:prstGeom prst="rect">
            <a:avLst/>
          </a:prstGeom>
        </p:spPr>
        <p:txBody>
          <a:bodyPr vert="horz" lIns="92958" tIns="46479" rIns="92958" bIns="46479" rtlCol="0" anchor="b"/>
          <a:lstStyle>
            <a:lvl1pPr algn="r">
              <a:defRPr sz="1200"/>
            </a:lvl1pPr>
          </a:lstStyle>
          <a:p>
            <a:fld id="{71468045-0AD8-46AF-81C9-4754479C94B8}" type="slidenum">
              <a:rPr lang="es-CO" smtClean="0"/>
              <a:t>‹Nº›</a:t>
            </a:fld>
            <a:endParaRPr lang="es-CO"/>
          </a:p>
        </p:txBody>
      </p:sp>
    </p:spTree>
    <p:extLst>
      <p:ext uri="{BB962C8B-B14F-4D97-AF65-F5344CB8AC3E}">
        <p14:creationId xmlns:p14="http://schemas.microsoft.com/office/powerpoint/2010/main" val="163883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Ref idx="1003">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Date Placeholder 2"/>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Editar el estilo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Editar el estilo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4/29/2026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www.eadic.com/blog/index.php/2012/08/24/mef-preproceso/"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1"/>
          <p:cNvSpPr txBox="1">
            <a:spLocks noChangeArrowheads="1"/>
          </p:cNvSpPr>
          <p:nvPr/>
        </p:nvSpPr>
        <p:spPr bwMode="auto">
          <a:xfrm>
            <a:off x="989902" y="1665819"/>
            <a:ext cx="10385570" cy="3785652"/>
          </a:xfrm>
          <a:prstGeom prst="rect">
            <a:avLst/>
          </a:prstGeom>
          <a:noFill/>
          <a:ln w="9525">
            <a:noFill/>
            <a:miter lim="800000"/>
            <a:headEnd/>
            <a:tailEnd/>
          </a:ln>
        </p:spPr>
        <p:txBody>
          <a:bodyPr wrap="square">
            <a:spAutoFit/>
          </a:bodyPr>
          <a:lstStyle/>
          <a:p>
            <a:pPr marL="360363" indent="-360363" algn="just">
              <a:spcBef>
                <a:spcPct val="50000"/>
              </a:spcBef>
              <a:defRPr/>
            </a:pPr>
            <a:r>
              <a:rPr lang="es-ES" sz="3200" dirty="0">
                <a:solidFill>
                  <a:schemeClr val="tx1">
                    <a:lumMod val="85000"/>
                    <a:lumOff val="15000"/>
                  </a:schemeClr>
                </a:solidFill>
              </a:rPr>
              <a:t>	Mencione algunos aspectos que deban ser considerados en un procedimiento de modificación o rediseño.</a:t>
            </a:r>
          </a:p>
          <a:p>
            <a:pPr marL="360363" indent="-360363" algn="just">
              <a:spcBef>
                <a:spcPct val="50000"/>
              </a:spcBef>
              <a:defRPr/>
            </a:pPr>
            <a:r>
              <a:rPr lang="es-ES" sz="3200" dirty="0">
                <a:solidFill>
                  <a:schemeClr val="tx1">
                    <a:lumMod val="85000"/>
                    <a:lumOff val="15000"/>
                  </a:schemeClr>
                </a:solidFill>
              </a:rPr>
              <a:t>	Indique algunas mejoras (modificaciones sencillas) que se puedan dar en aplicaciones mecánicas, neumáticas, hidráulicas, eléctricas o electrónicas.</a:t>
            </a:r>
          </a:p>
        </p:txBody>
      </p:sp>
      <p:sp>
        <p:nvSpPr>
          <p:cNvPr id="7" name="Rectangle 2"/>
          <p:cNvSpPr txBox="1">
            <a:spLocks noChangeArrowheads="1"/>
          </p:cNvSpPr>
          <p:nvPr/>
        </p:nvSpPr>
        <p:spPr bwMode="auto">
          <a:xfrm>
            <a:off x="4616917" y="761433"/>
            <a:ext cx="3357563" cy="720725"/>
          </a:xfrm>
          <a:prstGeom prst="rect">
            <a:avLst/>
          </a:prstGeom>
          <a:noFill/>
          <a:ln w="9525">
            <a:noFill/>
            <a:miter lim="800000"/>
            <a:headEnd/>
            <a:tailEnd/>
          </a:ln>
        </p:spPr>
        <p:txBody>
          <a:bodyPr/>
          <a:lstStyle/>
          <a:p>
            <a:pPr>
              <a:spcBef>
                <a:spcPct val="50000"/>
              </a:spcBef>
              <a:defRPr/>
            </a:pPr>
            <a:r>
              <a:rPr lang="es-MX" sz="3400" dirty="0">
                <a:solidFill>
                  <a:schemeClr val="tx1">
                    <a:lumMod val="85000"/>
                    <a:lumOff val="15000"/>
                  </a:schemeClr>
                </a:solidFill>
              </a:rPr>
              <a:t>ACTIVIDAD 10</a:t>
            </a:r>
          </a:p>
        </p:txBody>
      </p:sp>
    </p:spTree>
    <p:extLst>
      <p:ext uri="{BB962C8B-B14F-4D97-AF65-F5344CB8AC3E}">
        <p14:creationId xmlns:p14="http://schemas.microsoft.com/office/powerpoint/2010/main" val="3104325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2368603" y="609343"/>
            <a:ext cx="7777163" cy="865188"/>
          </a:xfrm>
          <a:prstGeom prst="rect">
            <a:avLst/>
          </a:prstGeom>
          <a:noFill/>
          <a:ln w="9525">
            <a:noFill/>
            <a:miter lim="800000"/>
            <a:headEnd/>
            <a:tailEnd/>
          </a:ln>
        </p:spPr>
        <p:txBody>
          <a:bodyPr anchor="ctr"/>
          <a:lstStyle/>
          <a:p>
            <a:pPr algn="ctr" eaLnBrk="1" hangingPunct="1"/>
            <a:r>
              <a:rPr lang="es-MX" sz="4000" b="1" dirty="0"/>
              <a:t>Acciones Modificativas</a:t>
            </a:r>
            <a:endParaRPr lang="es-ES" sz="4000" b="1" dirty="0"/>
          </a:p>
        </p:txBody>
      </p:sp>
      <p:sp>
        <p:nvSpPr>
          <p:cNvPr id="81923" name="Text Box 3"/>
          <p:cNvSpPr txBox="1">
            <a:spLocks noChangeArrowheads="1"/>
          </p:cNvSpPr>
          <p:nvPr/>
        </p:nvSpPr>
        <p:spPr bwMode="auto">
          <a:xfrm>
            <a:off x="1552756" y="1701900"/>
            <a:ext cx="9408858" cy="3785652"/>
          </a:xfrm>
          <a:prstGeom prst="rect">
            <a:avLst/>
          </a:prstGeom>
          <a:noFill/>
          <a:ln w="9525">
            <a:noFill/>
            <a:miter lim="800000"/>
            <a:headEnd/>
            <a:tailEnd/>
          </a:ln>
        </p:spPr>
        <p:txBody>
          <a:bodyPr wrap="square">
            <a:spAutoFit/>
          </a:bodyPr>
          <a:lstStyle/>
          <a:p>
            <a:pPr algn="just" eaLnBrk="1" hangingPunct="1">
              <a:spcBef>
                <a:spcPct val="50000"/>
              </a:spcBef>
            </a:pPr>
            <a:r>
              <a:rPr lang="es-MX" sz="3200" dirty="0"/>
              <a:t>Se considera una versión superior y desarrollada de las acciones correctivas y se emplean cuando al aplicar éstas en forma continua o reiterada, no se logra recuperar la funcionalidad del equipo.</a:t>
            </a:r>
          </a:p>
          <a:p>
            <a:pPr algn="just" eaLnBrk="1" hangingPunct="1">
              <a:spcBef>
                <a:spcPct val="50000"/>
              </a:spcBef>
            </a:pPr>
            <a:r>
              <a:rPr lang="es-MX" sz="3200" dirty="0"/>
              <a:t>Igualmente se emplean para mejorar los índices CMD.</a:t>
            </a:r>
          </a:p>
        </p:txBody>
      </p:sp>
      <p:sp>
        <p:nvSpPr>
          <p:cNvPr id="81924" name="Text Box 4"/>
          <p:cNvSpPr txBox="1">
            <a:spLocks noChangeArrowheads="1"/>
          </p:cNvSpPr>
          <p:nvPr/>
        </p:nvSpPr>
        <p:spPr bwMode="auto">
          <a:xfrm>
            <a:off x="3216275" y="4365626"/>
            <a:ext cx="6624638" cy="461963"/>
          </a:xfrm>
          <a:prstGeom prst="rect">
            <a:avLst/>
          </a:prstGeom>
          <a:noFill/>
          <a:ln w="9525">
            <a:noFill/>
            <a:miter lim="800000"/>
            <a:headEnd/>
            <a:tailEnd/>
          </a:ln>
        </p:spPr>
        <p:txBody>
          <a:bodyPr>
            <a:spAutoFit/>
          </a:bodyPr>
          <a:lstStyle/>
          <a:p>
            <a:pPr algn="just" eaLnBrk="1" hangingPunct="1">
              <a:spcBef>
                <a:spcPct val="50000"/>
              </a:spcBef>
            </a:pPr>
            <a:endParaRPr lang="es-CO" sz="2400">
              <a:solidFill>
                <a:srgbClr val="37829E"/>
              </a:solidFill>
            </a:endParaRPr>
          </a:p>
        </p:txBody>
      </p:sp>
    </p:spTree>
    <p:extLst>
      <p:ext uri="{BB962C8B-B14F-4D97-AF65-F5344CB8AC3E}">
        <p14:creationId xmlns:p14="http://schemas.microsoft.com/office/powerpoint/2010/main" val="2062466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2256197" y="1249238"/>
            <a:ext cx="7777162" cy="1002256"/>
          </a:xfrm>
          <a:prstGeom prst="rect">
            <a:avLst/>
          </a:prstGeom>
          <a:noFill/>
          <a:ln w="9525">
            <a:noFill/>
            <a:miter lim="800000"/>
            <a:headEnd/>
            <a:tailEnd/>
          </a:ln>
        </p:spPr>
        <p:txBody>
          <a:bodyPr anchor="ctr"/>
          <a:lstStyle/>
          <a:p>
            <a:pPr algn="ctr" eaLnBrk="1" hangingPunct="1"/>
            <a:r>
              <a:rPr lang="es-MX" sz="4400" b="1" dirty="0"/>
              <a:t>Acciones modificativas</a:t>
            </a:r>
            <a:endParaRPr lang="es-ES" sz="4400" b="1" dirty="0"/>
          </a:p>
        </p:txBody>
      </p:sp>
      <p:sp>
        <p:nvSpPr>
          <p:cNvPr id="89091" name="Text Box 3"/>
          <p:cNvSpPr txBox="1">
            <a:spLocks noChangeArrowheads="1"/>
          </p:cNvSpPr>
          <p:nvPr/>
        </p:nvSpPr>
        <p:spPr bwMode="auto">
          <a:xfrm>
            <a:off x="1684429" y="2474102"/>
            <a:ext cx="9210733" cy="1815882"/>
          </a:xfrm>
          <a:prstGeom prst="rect">
            <a:avLst/>
          </a:prstGeom>
          <a:noFill/>
          <a:ln w="9525">
            <a:noFill/>
            <a:miter lim="800000"/>
            <a:headEnd/>
            <a:tailEnd/>
          </a:ln>
        </p:spPr>
        <p:txBody>
          <a:bodyPr wrap="square">
            <a:spAutoFit/>
          </a:bodyPr>
          <a:lstStyle/>
          <a:p>
            <a:pPr algn="just" eaLnBrk="1" hangingPunct="1">
              <a:spcBef>
                <a:spcPct val="50000"/>
              </a:spcBef>
            </a:pPr>
            <a:r>
              <a:rPr lang="es-MX" sz="2800" dirty="0"/>
              <a:t>Las modificaciones pueden estar también orientadas a realizar cambios en las condiciones de operación de la máquina en relación a los criterios de funcionamiento.</a:t>
            </a:r>
            <a:endParaRPr lang="es-ES" sz="2800" b="1" i="1" dirty="0"/>
          </a:p>
        </p:txBody>
      </p:sp>
    </p:spTree>
    <p:extLst>
      <p:ext uri="{BB962C8B-B14F-4D97-AF65-F5344CB8AC3E}">
        <p14:creationId xmlns:p14="http://schemas.microsoft.com/office/powerpoint/2010/main" val="4041380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2060919" y="525931"/>
            <a:ext cx="8215312" cy="590550"/>
          </a:xfrm>
          <a:prstGeom prst="rect">
            <a:avLst/>
          </a:prstGeom>
          <a:noFill/>
          <a:ln w="9525">
            <a:noFill/>
            <a:miter lim="800000"/>
            <a:headEnd/>
            <a:tailEnd/>
          </a:ln>
        </p:spPr>
        <p:txBody>
          <a:bodyPr anchor="ctr"/>
          <a:lstStyle/>
          <a:p>
            <a:pPr algn="ctr" eaLnBrk="1" hangingPunct="1"/>
            <a:r>
              <a:rPr lang="es-MX" sz="4000" b="1" dirty="0"/>
              <a:t>Acciones modificativas</a:t>
            </a:r>
            <a:endParaRPr lang="es-ES" sz="4000" b="1" dirty="0"/>
          </a:p>
        </p:txBody>
      </p:sp>
      <p:sp>
        <p:nvSpPr>
          <p:cNvPr id="90115" name="Text Box 4"/>
          <p:cNvSpPr txBox="1">
            <a:spLocks noChangeArrowheads="1"/>
          </p:cNvSpPr>
          <p:nvPr/>
        </p:nvSpPr>
        <p:spPr bwMode="auto">
          <a:xfrm>
            <a:off x="1449238" y="1340769"/>
            <a:ext cx="7238058" cy="4893647"/>
          </a:xfrm>
          <a:prstGeom prst="rect">
            <a:avLst/>
          </a:prstGeom>
          <a:noFill/>
          <a:ln w="9525">
            <a:noFill/>
            <a:miter lim="800000"/>
            <a:headEnd/>
            <a:tailEnd/>
          </a:ln>
        </p:spPr>
        <p:txBody>
          <a:bodyPr wrap="square">
            <a:spAutoFit/>
          </a:bodyPr>
          <a:lstStyle/>
          <a:p>
            <a:pPr eaLnBrk="1" hangingPunct="1">
              <a:spcBef>
                <a:spcPct val="50000"/>
              </a:spcBef>
            </a:pPr>
            <a:r>
              <a:rPr lang="es-MX" sz="2400" dirty="0"/>
              <a:t>En relación con producción:</a:t>
            </a:r>
            <a:endParaRPr lang="es-ES" sz="2400" b="1" i="1" dirty="0"/>
          </a:p>
          <a:p>
            <a:pPr eaLnBrk="1" hangingPunct="1">
              <a:spcBef>
                <a:spcPct val="50000"/>
              </a:spcBef>
              <a:buFontTx/>
              <a:buChar char="•"/>
            </a:pPr>
            <a:r>
              <a:rPr lang="es-MX" sz="2400" dirty="0"/>
              <a:t>Capacidad.</a:t>
            </a:r>
          </a:p>
          <a:p>
            <a:pPr eaLnBrk="1" hangingPunct="1">
              <a:spcBef>
                <a:spcPct val="50000"/>
              </a:spcBef>
              <a:buFontTx/>
              <a:buChar char="•"/>
            </a:pPr>
            <a:r>
              <a:rPr lang="es-MX" sz="2400" dirty="0"/>
              <a:t>Productividad.</a:t>
            </a:r>
          </a:p>
          <a:p>
            <a:pPr eaLnBrk="1" hangingPunct="1">
              <a:spcBef>
                <a:spcPct val="50000"/>
              </a:spcBef>
              <a:buFontTx/>
              <a:buChar char="•"/>
            </a:pPr>
            <a:r>
              <a:rPr lang="es-MX" sz="2400" dirty="0"/>
              <a:t>Calidad.</a:t>
            </a:r>
          </a:p>
          <a:p>
            <a:pPr eaLnBrk="1" hangingPunct="1">
              <a:spcBef>
                <a:spcPct val="50000"/>
              </a:spcBef>
              <a:buFontTx/>
              <a:buChar char="•"/>
            </a:pPr>
            <a:r>
              <a:rPr lang="es-MX" sz="2400" dirty="0"/>
              <a:t>Costos: </a:t>
            </a:r>
          </a:p>
          <a:p>
            <a:pPr lvl="1" eaLnBrk="1" hangingPunct="1">
              <a:spcBef>
                <a:spcPct val="50000"/>
              </a:spcBef>
              <a:buFontTx/>
              <a:buChar char="•"/>
            </a:pPr>
            <a:r>
              <a:rPr lang="es-MX" sz="2400" dirty="0"/>
              <a:t>Disminución del desperdicio.</a:t>
            </a:r>
          </a:p>
          <a:p>
            <a:pPr lvl="1" eaLnBrk="1" hangingPunct="1">
              <a:spcBef>
                <a:spcPct val="50000"/>
              </a:spcBef>
              <a:buFontTx/>
              <a:buChar char="•"/>
            </a:pPr>
            <a:r>
              <a:rPr lang="es-MX" sz="2400" dirty="0"/>
              <a:t>Disminución en el consumo de energía.</a:t>
            </a:r>
          </a:p>
          <a:p>
            <a:pPr eaLnBrk="1" hangingPunct="1">
              <a:spcBef>
                <a:spcPct val="50000"/>
              </a:spcBef>
              <a:buFontTx/>
              <a:buChar char="•"/>
            </a:pPr>
            <a:r>
              <a:rPr lang="es-MX" sz="2400" dirty="0"/>
              <a:t>Cambio de los procesos.</a:t>
            </a:r>
          </a:p>
          <a:p>
            <a:pPr eaLnBrk="1" hangingPunct="1">
              <a:spcBef>
                <a:spcPct val="50000"/>
              </a:spcBef>
              <a:buFontTx/>
              <a:buChar char="•"/>
            </a:pPr>
            <a:r>
              <a:rPr lang="es-MX" sz="2400" dirty="0"/>
              <a:t>Desarrollo de nuevos productos.</a:t>
            </a:r>
            <a:endParaRPr lang="es-ES" sz="2400" dirty="0"/>
          </a:p>
        </p:txBody>
      </p:sp>
    </p:spTree>
    <p:extLst>
      <p:ext uri="{BB962C8B-B14F-4D97-AF65-F5344CB8AC3E}">
        <p14:creationId xmlns:p14="http://schemas.microsoft.com/office/powerpoint/2010/main" val="634852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2360915" y="951660"/>
            <a:ext cx="7777162" cy="1296988"/>
          </a:xfrm>
          <a:prstGeom prst="rect">
            <a:avLst/>
          </a:prstGeom>
          <a:noFill/>
          <a:ln w="9525">
            <a:noFill/>
            <a:miter lim="800000"/>
            <a:headEnd/>
            <a:tailEnd/>
          </a:ln>
        </p:spPr>
        <p:txBody>
          <a:bodyPr anchor="ctr"/>
          <a:lstStyle/>
          <a:p>
            <a:pPr algn="ctr" eaLnBrk="1" hangingPunct="1"/>
            <a:r>
              <a:rPr lang="es-MX" sz="4400" b="1" dirty="0"/>
              <a:t>Acciones modificativas</a:t>
            </a:r>
            <a:endParaRPr lang="es-ES" sz="4400" b="1" dirty="0"/>
          </a:p>
        </p:txBody>
      </p:sp>
      <p:sp>
        <p:nvSpPr>
          <p:cNvPr id="91139" name="Text Box 3"/>
          <p:cNvSpPr txBox="1">
            <a:spLocks noChangeArrowheads="1"/>
          </p:cNvSpPr>
          <p:nvPr/>
        </p:nvSpPr>
        <p:spPr bwMode="auto">
          <a:xfrm>
            <a:off x="1791040" y="2351088"/>
            <a:ext cx="8758534" cy="1077912"/>
          </a:xfrm>
          <a:prstGeom prst="rect">
            <a:avLst/>
          </a:prstGeom>
          <a:noFill/>
          <a:ln w="9525">
            <a:noFill/>
            <a:miter lim="800000"/>
            <a:headEnd/>
            <a:tailEnd/>
          </a:ln>
        </p:spPr>
        <p:txBody>
          <a:bodyPr wrap="square">
            <a:spAutoFit/>
          </a:bodyPr>
          <a:lstStyle/>
          <a:p>
            <a:pPr eaLnBrk="1" hangingPunct="1">
              <a:spcBef>
                <a:spcPct val="50000"/>
              </a:spcBef>
            </a:pPr>
            <a:r>
              <a:rPr lang="es-MX" sz="3200" dirty="0"/>
              <a:t>En aspectos relacionados con la seguridad y el entorno:</a:t>
            </a:r>
            <a:endParaRPr lang="es-ES" sz="3200" b="1" i="1" dirty="0"/>
          </a:p>
        </p:txBody>
      </p:sp>
      <p:sp>
        <p:nvSpPr>
          <p:cNvPr id="91140" name="Text Box 4"/>
          <p:cNvSpPr txBox="1">
            <a:spLocks noChangeArrowheads="1"/>
          </p:cNvSpPr>
          <p:nvPr/>
        </p:nvSpPr>
        <p:spPr bwMode="auto">
          <a:xfrm>
            <a:off x="2345531" y="3967519"/>
            <a:ext cx="7500938" cy="1323975"/>
          </a:xfrm>
          <a:prstGeom prst="rect">
            <a:avLst/>
          </a:prstGeom>
          <a:noFill/>
          <a:ln w="9525">
            <a:noFill/>
            <a:miter lim="800000"/>
            <a:headEnd/>
            <a:tailEnd/>
          </a:ln>
        </p:spPr>
        <p:txBody>
          <a:bodyPr>
            <a:spAutoFit/>
          </a:bodyPr>
          <a:lstStyle/>
          <a:p>
            <a:pPr eaLnBrk="1" hangingPunct="1">
              <a:spcBef>
                <a:spcPct val="50000"/>
              </a:spcBef>
              <a:buFontTx/>
              <a:buChar char="•"/>
            </a:pPr>
            <a:r>
              <a:rPr lang="es-MX" sz="3200" dirty="0"/>
              <a:t>Salud e integridad de las personas.</a:t>
            </a:r>
          </a:p>
          <a:p>
            <a:pPr eaLnBrk="1" hangingPunct="1">
              <a:spcBef>
                <a:spcPct val="50000"/>
              </a:spcBef>
              <a:buFontTx/>
              <a:buChar char="•"/>
            </a:pPr>
            <a:r>
              <a:rPr lang="es-MX" sz="3200" dirty="0"/>
              <a:t>Control ambiental.</a:t>
            </a:r>
            <a:endParaRPr lang="es-ES" sz="3200" dirty="0"/>
          </a:p>
        </p:txBody>
      </p:sp>
    </p:spTree>
    <p:extLst>
      <p:ext uri="{BB962C8B-B14F-4D97-AF65-F5344CB8AC3E}">
        <p14:creationId xmlns:p14="http://schemas.microsoft.com/office/powerpoint/2010/main" val="3251529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2207568" y="794670"/>
            <a:ext cx="7777163" cy="865188"/>
          </a:xfrm>
          <a:prstGeom prst="rect">
            <a:avLst/>
          </a:prstGeom>
          <a:noFill/>
          <a:ln w="9525">
            <a:noFill/>
            <a:miter lim="800000"/>
            <a:headEnd/>
            <a:tailEnd/>
          </a:ln>
        </p:spPr>
        <p:txBody>
          <a:bodyPr anchor="ctr"/>
          <a:lstStyle/>
          <a:p>
            <a:pPr algn="ctr" eaLnBrk="1" hangingPunct="1"/>
            <a:r>
              <a:rPr lang="es-MX" sz="4000" b="1" dirty="0"/>
              <a:t>Acciones Modificativas</a:t>
            </a:r>
            <a:endParaRPr lang="es-ES" sz="4000" b="1" dirty="0"/>
          </a:p>
        </p:txBody>
      </p:sp>
      <p:sp>
        <p:nvSpPr>
          <p:cNvPr id="82947" name="Text Box 3"/>
          <p:cNvSpPr txBox="1">
            <a:spLocks noChangeArrowheads="1"/>
          </p:cNvSpPr>
          <p:nvPr/>
        </p:nvSpPr>
        <p:spPr bwMode="auto">
          <a:xfrm>
            <a:off x="1845595" y="1935176"/>
            <a:ext cx="8501108" cy="2800767"/>
          </a:xfrm>
          <a:prstGeom prst="rect">
            <a:avLst/>
          </a:prstGeom>
          <a:noFill/>
          <a:ln w="9525">
            <a:noFill/>
            <a:miter lim="800000"/>
            <a:headEnd/>
            <a:tailEnd/>
          </a:ln>
        </p:spPr>
        <p:txBody>
          <a:bodyPr wrap="square">
            <a:spAutoFit/>
          </a:bodyPr>
          <a:lstStyle/>
          <a:p>
            <a:pPr algn="just" eaLnBrk="1" hangingPunct="1">
              <a:spcBef>
                <a:spcPct val="50000"/>
              </a:spcBef>
            </a:pPr>
            <a:r>
              <a:rPr lang="es-MX" sz="3200" dirty="0"/>
              <a:t>Comprenden además, los cambios realizados en las máquinas o equipos para incorporar o mejorar algunos aspectos relacionados con sus funciones.</a:t>
            </a:r>
          </a:p>
          <a:p>
            <a:pPr algn="just" eaLnBrk="1" hangingPunct="1">
              <a:spcBef>
                <a:spcPct val="50000"/>
              </a:spcBef>
            </a:pPr>
            <a:r>
              <a:rPr lang="es-ES" sz="3200" dirty="0"/>
              <a:t>Se clasifican en </a:t>
            </a:r>
            <a:r>
              <a:rPr lang="es-ES" sz="3200" b="1" dirty="0"/>
              <a:t>mejoras y rediseños.</a:t>
            </a:r>
            <a:endParaRPr lang="es-MX" sz="3200" dirty="0"/>
          </a:p>
        </p:txBody>
      </p:sp>
    </p:spTree>
    <p:extLst>
      <p:ext uri="{BB962C8B-B14F-4D97-AF65-F5344CB8AC3E}">
        <p14:creationId xmlns:p14="http://schemas.microsoft.com/office/powerpoint/2010/main" val="1177142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4078303" y="1233577"/>
            <a:ext cx="4196810" cy="956897"/>
          </a:xfrm>
          <a:prstGeom prst="rect">
            <a:avLst/>
          </a:prstGeom>
          <a:noFill/>
          <a:ln w="9525">
            <a:noFill/>
            <a:miter lim="800000"/>
            <a:headEnd/>
            <a:tailEnd/>
          </a:ln>
        </p:spPr>
        <p:txBody>
          <a:bodyPr anchor="ctr"/>
          <a:lstStyle/>
          <a:p>
            <a:pPr algn="ctr" eaLnBrk="1" hangingPunct="1"/>
            <a:r>
              <a:rPr lang="es-MX" sz="4400" b="1" dirty="0"/>
              <a:t>Mejoras</a:t>
            </a:r>
            <a:endParaRPr lang="es-ES" sz="4400" b="1" dirty="0"/>
          </a:p>
        </p:txBody>
      </p:sp>
      <p:sp>
        <p:nvSpPr>
          <p:cNvPr id="84995" name="Text Box 3"/>
          <p:cNvSpPr txBox="1">
            <a:spLocks noChangeArrowheads="1"/>
          </p:cNvSpPr>
          <p:nvPr/>
        </p:nvSpPr>
        <p:spPr bwMode="auto">
          <a:xfrm>
            <a:off x="1708030" y="2588151"/>
            <a:ext cx="8937356" cy="2062103"/>
          </a:xfrm>
          <a:prstGeom prst="rect">
            <a:avLst/>
          </a:prstGeom>
          <a:noFill/>
          <a:ln w="9525">
            <a:noFill/>
            <a:miter lim="800000"/>
            <a:headEnd/>
            <a:tailEnd/>
          </a:ln>
        </p:spPr>
        <p:txBody>
          <a:bodyPr wrap="square">
            <a:spAutoFit/>
          </a:bodyPr>
          <a:lstStyle/>
          <a:p>
            <a:pPr algn="just" eaLnBrk="1" hangingPunct="1">
              <a:spcBef>
                <a:spcPct val="50000"/>
              </a:spcBef>
            </a:pPr>
            <a:r>
              <a:rPr lang="es-MX" sz="3200" dirty="0"/>
              <a:t>Son acciones modificativas relativamente sencillas y las cuales no ocasionan cambios significativos en la configuración del equipo en consideración o en sus elementos.</a:t>
            </a:r>
          </a:p>
        </p:txBody>
      </p:sp>
    </p:spTree>
    <p:extLst>
      <p:ext uri="{BB962C8B-B14F-4D97-AF65-F5344CB8AC3E}">
        <p14:creationId xmlns:p14="http://schemas.microsoft.com/office/powerpoint/2010/main" val="4113822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4295837" y="836712"/>
            <a:ext cx="3744787" cy="590550"/>
          </a:xfrm>
          <a:prstGeom prst="rect">
            <a:avLst/>
          </a:prstGeom>
          <a:noFill/>
          <a:ln w="9525">
            <a:noFill/>
            <a:miter lim="800000"/>
            <a:headEnd/>
            <a:tailEnd/>
          </a:ln>
        </p:spPr>
        <p:txBody>
          <a:bodyPr anchor="ctr"/>
          <a:lstStyle/>
          <a:p>
            <a:pPr algn="ctr" eaLnBrk="1" hangingPunct="1"/>
            <a:r>
              <a:rPr lang="es-MX" sz="4000" b="1" dirty="0"/>
              <a:t>Mejoras</a:t>
            </a:r>
            <a:endParaRPr lang="es-ES" sz="4000" b="1" dirty="0"/>
          </a:p>
        </p:txBody>
      </p:sp>
      <p:sp>
        <p:nvSpPr>
          <p:cNvPr id="58371" name="Text Box 3"/>
          <p:cNvSpPr txBox="1">
            <a:spLocks noChangeArrowheads="1"/>
          </p:cNvSpPr>
          <p:nvPr/>
        </p:nvSpPr>
        <p:spPr bwMode="auto">
          <a:xfrm>
            <a:off x="1311215" y="1628800"/>
            <a:ext cx="9141679" cy="4093428"/>
          </a:xfrm>
          <a:prstGeom prst="rect">
            <a:avLst/>
          </a:prstGeom>
          <a:noFill/>
          <a:ln w="9525">
            <a:noFill/>
            <a:miter lim="800000"/>
            <a:headEnd/>
            <a:tailEnd/>
          </a:ln>
        </p:spPr>
        <p:txBody>
          <a:bodyPr wrap="square">
            <a:spAutoFit/>
          </a:bodyPr>
          <a:lstStyle/>
          <a:p>
            <a:pPr algn="just" eaLnBrk="1" hangingPunct="1">
              <a:spcBef>
                <a:spcPct val="50000"/>
              </a:spcBef>
              <a:defRPr/>
            </a:pPr>
            <a:r>
              <a:rPr lang="es-MX" sz="2600" dirty="0"/>
              <a:t>Además del acatamiento de las recomendaciones para diseño, fabricación y ensamble de las máquinas, las mejoras están relacionadas con:</a:t>
            </a:r>
          </a:p>
          <a:p>
            <a:pPr marL="266700" indent="-266700" algn="just">
              <a:spcBef>
                <a:spcPct val="50000"/>
              </a:spcBef>
              <a:buFont typeface="Arial" pitchFamily="34" charset="0"/>
              <a:buChar char="•"/>
              <a:tabLst>
                <a:tab pos="266700" algn="l"/>
              </a:tabLst>
              <a:defRPr/>
            </a:pPr>
            <a:r>
              <a:rPr lang="es-MX" sz="2600" dirty="0"/>
              <a:t>Mejoras en propiedades de los diferentes materiales.</a:t>
            </a:r>
          </a:p>
          <a:p>
            <a:pPr marL="266700" indent="-266700" algn="just">
              <a:spcBef>
                <a:spcPct val="50000"/>
              </a:spcBef>
              <a:buFont typeface="Arial" pitchFamily="34" charset="0"/>
              <a:buChar char="•"/>
              <a:tabLst>
                <a:tab pos="266700" algn="l"/>
              </a:tabLst>
              <a:defRPr/>
            </a:pPr>
            <a:r>
              <a:rPr lang="es-MX" sz="2600" dirty="0"/>
              <a:t>Desarrollo de nuevos materiales.</a:t>
            </a:r>
          </a:p>
          <a:p>
            <a:pPr marL="266700" indent="-266700" algn="just">
              <a:spcBef>
                <a:spcPct val="50000"/>
              </a:spcBef>
              <a:buFont typeface="Arial" pitchFamily="34" charset="0"/>
              <a:buChar char="•"/>
              <a:tabLst>
                <a:tab pos="266700" algn="l"/>
              </a:tabLst>
              <a:defRPr/>
            </a:pPr>
            <a:r>
              <a:rPr lang="es-MX" sz="2600" dirty="0"/>
              <a:t>Desarrollo de tratamientos especiales para mejorar el desempeño de algunos elementos.</a:t>
            </a:r>
          </a:p>
          <a:p>
            <a:pPr marL="266700" indent="-266700" algn="just">
              <a:spcBef>
                <a:spcPct val="50000"/>
              </a:spcBef>
              <a:buFont typeface="Arial" pitchFamily="34" charset="0"/>
              <a:buChar char="•"/>
              <a:tabLst>
                <a:tab pos="266700" algn="l"/>
              </a:tabLst>
              <a:defRPr/>
            </a:pPr>
            <a:r>
              <a:rPr lang="es-MX" sz="2600" dirty="0"/>
              <a:t>Desarrollo de nuevos elementos. </a:t>
            </a:r>
          </a:p>
        </p:txBody>
      </p:sp>
    </p:spTree>
    <p:extLst>
      <p:ext uri="{BB962C8B-B14F-4D97-AF65-F5344CB8AC3E}">
        <p14:creationId xmlns:p14="http://schemas.microsoft.com/office/powerpoint/2010/main" val="3174066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0"/>
          <p:cNvSpPr>
            <a:spLocks noChangeArrowheads="1"/>
          </p:cNvSpPr>
          <p:nvPr/>
        </p:nvSpPr>
        <p:spPr bwMode="auto">
          <a:xfrm>
            <a:off x="4878221" y="884113"/>
            <a:ext cx="2160240" cy="648072"/>
          </a:xfrm>
          <a:prstGeom prst="rect">
            <a:avLst/>
          </a:prstGeom>
          <a:noFill/>
          <a:ln w="9525">
            <a:noFill/>
            <a:miter lim="800000"/>
            <a:headEnd/>
            <a:tailEnd/>
          </a:ln>
        </p:spPr>
        <p:txBody>
          <a:bodyPr anchor="ctr"/>
          <a:lstStyle/>
          <a:p>
            <a:pPr algn="ctr" eaLnBrk="1" hangingPunct="1"/>
            <a:r>
              <a:rPr lang="es-MX" sz="3600" b="1" dirty="0"/>
              <a:t>Mejoras</a:t>
            </a:r>
          </a:p>
        </p:txBody>
      </p:sp>
      <p:sp>
        <p:nvSpPr>
          <p:cNvPr id="161795" name="Text Box 21"/>
          <p:cNvSpPr txBox="1">
            <a:spLocks noChangeArrowheads="1"/>
          </p:cNvSpPr>
          <p:nvPr/>
        </p:nvSpPr>
        <p:spPr bwMode="auto">
          <a:xfrm>
            <a:off x="1414731" y="1916832"/>
            <a:ext cx="9661585" cy="3600986"/>
          </a:xfrm>
          <a:prstGeom prst="rect">
            <a:avLst/>
          </a:prstGeom>
          <a:noFill/>
          <a:ln w="9525">
            <a:noFill/>
            <a:miter lim="800000"/>
            <a:headEnd/>
            <a:tailEnd/>
          </a:ln>
        </p:spPr>
        <p:txBody>
          <a:bodyPr wrap="square">
            <a:spAutoFit/>
          </a:bodyPr>
          <a:lstStyle/>
          <a:p>
            <a:pPr marL="180975" indent="-180975" algn="just">
              <a:spcBef>
                <a:spcPct val="50000"/>
              </a:spcBef>
              <a:buFont typeface="Wingdings" pitchFamily="2" charset="2"/>
              <a:buChar char="§"/>
            </a:pPr>
            <a:r>
              <a:rPr lang="es-MX" sz="2400" dirty="0"/>
              <a:t>Partición de ejes de transmisión de considerable longitud en varios tramos y unión de los mismos mediante acoplamientos rígidos.</a:t>
            </a:r>
          </a:p>
          <a:p>
            <a:pPr marL="180975" indent="-180975" algn="just">
              <a:spcBef>
                <a:spcPct val="50000"/>
              </a:spcBef>
              <a:buFont typeface="Wingdings" pitchFamily="2" charset="2"/>
              <a:buChar char="§"/>
            </a:pPr>
            <a:r>
              <a:rPr lang="es-MX" sz="2400" dirty="0"/>
              <a:t>Reubicación de elementos mecánicos en ejes de transmisión.</a:t>
            </a:r>
          </a:p>
          <a:p>
            <a:pPr marL="180975" indent="-180975" algn="just">
              <a:spcBef>
                <a:spcPct val="50000"/>
              </a:spcBef>
              <a:buFont typeface="Wingdings" pitchFamily="2" charset="2"/>
              <a:buChar char="§"/>
            </a:pPr>
            <a:r>
              <a:rPr lang="es-MX" sz="2400" dirty="0"/>
              <a:t>Reducción del ancho o espesor de elementos mecánicos de transmisión (poleas).</a:t>
            </a:r>
          </a:p>
          <a:p>
            <a:pPr marL="180975" indent="-180975" algn="just">
              <a:spcBef>
                <a:spcPct val="50000"/>
              </a:spcBef>
              <a:buFont typeface="Wingdings" pitchFamily="2" charset="2"/>
              <a:buChar char="§"/>
            </a:pPr>
            <a:r>
              <a:rPr lang="es-MX" sz="2400" dirty="0"/>
              <a:t>Empleo de diferentes sistemas de fijación para evitar aflojamientos de partes de máquinas.</a:t>
            </a:r>
          </a:p>
        </p:txBody>
      </p:sp>
    </p:spTree>
    <p:extLst>
      <p:ext uri="{BB962C8B-B14F-4D97-AF65-F5344CB8AC3E}">
        <p14:creationId xmlns:p14="http://schemas.microsoft.com/office/powerpoint/2010/main" val="1174070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8" name="Rectangle 20"/>
          <p:cNvSpPr>
            <a:spLocks noChangeArrowheads="1"/>
          </p:cNvSpPr>
          <p:nvPr/>
        </p:nvSpPr>
        <p:spPr bwMode="auto">
          <a:xfrm>
            <a:off x="2781726" y="859959"/>
            <a:ext cx="5904656" cy="792088"/>
          </a:xfrm>
          <a:prstGeom prst="rect">
            <a:avLst/>
          </a:prstGeom>
          <a:noFill/>
          <a:ln w="9525">
            <a:noFill/>
            <a:miter lim="800000"/>
            <a:headEnd/>
            <a:tailEnd/>
          </a:ln>
        </p:spPr>
        <p:txBody>
          <a:bodyPr anchor="ctr"/>
          <a:lstStyle/>
          <a:p>
            <a:pPr algn="ctr" eaLnBrk="1" hangingPunct="1"/>
            <a:r>
              <a:rPr lang="es-MX" sz="3600" b="1" dirty="0"/>
              <a:t>Mejoras</a:t>
            </a:r>
          </a:p>
        </p:txBody>
      </p:sp>
      <p:sp>
        <p:nvSpPr>
          <p:cNvPr id="162819" name="Text Box 21"/>
          <p:cNvSpPr txBox="1">
            <a:spLocks noChangeArrowheads="1"/>
          </p:cNvSpPr>
          <p:nvPr/>
        </p:nvSpPr>
        <p:spPr bwMode="auto">
          <a:xfrm>
            <a:off x="1345721" y="1873701"/>
            <a:ext cx="9808234" cy="3970337"/>
          </a:xfrm>
          <a:prstGeom prst="rect">
            <a:avLst/>
          </a:prstGeom>
          <a:noFill/>
          <a:ln w="9525">
            <a:noFill/>
            <a:miter lim="800000"/>
            <a:headEnd/>
            <a:tailEnd/>
          </a:ln>
        </p:spPr>
        <p:txBody>
          <a:bodyPr wrap="square">
            <a:spAutoFit/>
          </a:bodyPr>
          <a:lstStyle/>
          <a:p>
            <a:pPr marL="180975" indent="-180975" algn="just">
              <a:spcBef>
                <a:spcPct val="50000"/>
              </a:spcBef>
              <a:buFont typeface="Wingdings" pitchFamily="2" charset="2"/>
              <a:buChar char="§"/>
            </a:pPr>
            <a:r>
              <a:rPr lang="es-MX" sz="2400" dirty="0"/>
              <a:t>Empleo de sistemas de fijación de elementos mecánicos en ejes que faciliten las labores de montaje y desmontaje: bujes de fijación.</a:t>
            </a:r>
          </a:p>
          <a:p>
            <a:pPr marL="180975" indent="-180975" algn="just">
              <a:spcBef>
                <a:spcPct val="50000"/>
              </a:spcBef>
              <a:buFont typeface="Wingdings" pitchFamily="2" charset="2"/>
              <a:buChar char="§"/>
            </a:pPr>
            <a:r>
              <a:rPr lang="es-MX" sz="2400" dirty="0"/>
              <a:t>Empleo de actuadores neumáticos e hidráulicos en vez de actuadores mecánicos.</a:t>
            </a:r>
          </a:p>
          <a:p>
            <a:pPr marL="180975" indent="-180975" algn="just">
              <a:spcBef>
                <a:spcPct val="50000"/>
              </a:spcBef>
              <a:buFont typeface="Wingdings" pitchFamily="2" charset="2"/>
              <a:buChar char="§"/>
            </a:pPr>
            <a:r>
              <a:rPr lang="es-MX" sz="2400" dirty="0"/>
              <a:t>Utilización de recubrimientos especiales para controlar fenómenos de desgaste.</a:t>
            </a:r>
          </a:p>
          <a:p>
            <a:pPr marL="180975" indent="-180975" algn="just">
              <a:spcBef>
                <a:spcPct val="50000"/>
              </a:spcBef>
              <a:buFont typeface="Wingdings" pitchFamily="2" charset="2"/>
              <a:buChar char="§"/>
            </a:pPr>
            <a:r>
              <a:rPr lang="es-MX" sz="2400" dirty="0"/>
              <a:t> Refuerzos estructurales en bases y repisas, para disminuir situaciones de vibración</a:t>
            </a:r>
          </a:p>
        </p:txBody>
      </p:sp>
    </p:spTree>
    <p:extLst>
      <p:ext uri="{BB962C8B-B14F-4D97-AF65-F5344CB8AC3E}">
        <p14:creationId xmlns:p14="http://schemas.microsoft.com/office/powerpoint/2010/main" val="3885708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0"/>
          <p:cNvSpPr>
            <a:spLocks noChangeArrowheads="1"/>
          </p:cNvSpPr>
          <p:nvPr/>
        </p:nvSpPr>
        <p:spPr bwMode="auto">
          <a:xfrm>
            <a:off x="3500715" y="900459"/>
            <a:ext cx="5653558" cy="720725"/>
          </a:xfrm>
          <a:prstGeom prst="rect">
            <a:avLst/>
          </a:prstGeom>
          <a:noFill/>
          <a:ln w="9525">
            <a:noFill/>
            <a:miter lim="800000"/>
            <a:headEnd/>
            <a:tailEnd/>
          </a:ln>
        </p:spPr>
        <p:txBody>
          <a:bodyPr anchor="ctr"/>
          <a:lstStyle/>
          <a:p>
            <a:pPr algn="ctr" eaLnBrk="1" hangingPunct="1"/>
            <a:r>
              <a:rPr lang="es-MX" sz="3600" b="1" dirty="0"/>
              <a:t>Modificaciones sencillas</a:t>
            </a:r>
          </a:p>
        </p:txBody>
      </p:sp>
      <p:sp>
        <p:nvSpPr>
          <p:cNvPr id="164867" name="Text Box 21"/>
          <p:cNvSpPr txBox="1">
            <a:spLocks noChangeArrowheads="1"/>
          </p:cNvSpPr>
          <p:nvPr/>
        </p:nvSpPr>
        <p:spPr bwMode="auto">
          <a:xfrm>
            <a:off x="1052423" y="2017716"/>
            <a:ext cx="10058400" cy="3539430"/>
          </a:xfrm>
          <a:prstGeom prst="rect">
            <a:avLst/>
          </a:prstGeom>
          <a:noFill/>
          <a:ln w="9525">
            <a:noFill/>
            <a:miter lim="800000"/>
            <a:headEnd/>
            <a:tailEnd/>
          </a:ln>
        </p:spPr>
        <p:txBody>
          <a:bodyPr wrap="square">
            <a:spAutoFit/>
          </a:bodyPr>
          <a:lstStyle/>
          <a:p>
            <a:pPr marL="180975" indent="-180975" algn="just">
              <a:spcBef>
                <a:spcPct val="50000"/>
              </a:spcBef>
              <a:buFont typeface="Wingdings" pitchFamily="2" charset="2"/>
              <a:buChar char="§"/>
            </a:pPr>
            <a:r>
              <a:rPr lang="es-MX" sz="2800" dirty="0"/>
              <a:t>Empleo de cajas reductoras para simplificar sistemas de reducción de velocidad. </a:t>
            </a:r>
          </a:p>
          <a:p>
            <a:pPr marL="180975" indent="-180975" algn="just">
              <a:spcBef>
                <a:spcPct val="50000"/>
              </a:spcBef>
              <a:buFont typeface="Wingdings" pitchFamily="2" charset="2"/>
              <a:buChar char="§"/>
            </a:pPr>
            <a:r>
              <a:rPr lang="es-MX" sz="2800" dirty="0"/>
              <a:t>Empleo de cajas reductoras con elementos internos de transmisión de mayor eficiencia (engranajes helicoidales, discos cicloidales). </a:t>
            </a:r>
          </a:p>
          <a:p>
            <a:pPr marL="180975" indent="-180975" algn="just">
              <a:spcBef>
                <a:spcPct val="50000"/>
              </a:spcBef>
              <a:buFont typeface="Wingdings" pitchFamily="2" charset="2"/>
              <a:buChar char="§"/>
            </a:pPr>
            <a:r>
              <a:rPr lang="es-MX" sz="2800" dirty="0"/>
              <a:t>Empleo de procesos de laminado (conformado) en vez de torneado (cortado) para elaboración de roscas.</a:t>
            </a:r>
          </a:p>
        </p:txBody>
      </p:sp>
    </p:spTree>
    <p:extLst>
      <p:ext uri="{BB962C8B-B14F-4D97-AF65-F5344CB8AC3E}">
        <p14:creationId xmlns:p14="http://schemas.microsoft.com/office/powerpoint/2010/main" val="579800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0"/>
          <p:cNvSpPr>
            <a:spLocks noChangeArrowheads="1"/>
          </p:cNvSpPr>
          <p:nvPr/>
        </p:nvSpPr>
        <p:spPr bwMode="auto">
          <a:xfrm>
            <a:off x="2492058" y="394401"/>
            <a:ext cx="7777162" cy="720725"/>
          </a:xfrm>
          <a:prstGeom prst="rect">
            <a:avLst/>
          </a:prstGeom>
          <a:noFill/>
          <a:ln w="9525">
            <a:noFill/>
            <a:miter lim="800000"/>
            <a:headEnd/>
            <a:tailEnd/>
          </a:ln>
        </p:spPr>
        <p:txBody>
          <a:bodyPr anchor="ctr"/>
          <a:lstStyle/>
          <a:p>
            <a:pPr algn="ctr" eaLnBrk="1" hangingPunct="1"/>
            <a:r>
              <a:rPr lang="es-MX" sz="3200" b="1" dirty="0"/>
              <a:t>Modificaciones sencillas</a:t>
            </a:r>
          </a:p>
        </p:txBody>
      </p:sp>
      <p:sp>
        <p:nvSpPr>
          <p:cNvPr id="163843" name="Text Box 21"/>
          <p:cNvSpPr txBox="1">
            <a:spLocks noChangeArrowheads="1"/>
          </p:cNvSpPr>
          <p:nvPr/>
        </p:nvSpPr>
        <p:spPr bwMode="auto">
          <a:xfrm>
            <a:off x="1621766" y="1115126"/>
            <a:ext cx="8478345" cy="1200329"/>
          </a:xfrm>
          <a:prstGeom prst="rect">
            <a:avLst/>
          </a:prstGeom>
          <a:noFill/>
          <a:ln w="9525">
            <a:noFill/>
            <a:miter lim="800000"/>
            <a:headEnd/>
            <a:tailEnd/>
          </a:ln>
        </p:spPr>
        <p:txBody>
          <a:bodyPr wrap="square">
            <a:spAutoFit/>
          </a:bodyPr>
          <a:lstStyle/>
          <a:p>
            <a:pPr marL="180975" indent="-180975" algn="just">
              <a:spcBef>
                <a:spcPct val="50000"/>
              </a:spcBef>
              <a:buFont typeface="Wingdings" pitchFamily="2" charset="2"/>
              <a:buChar char="§"/>
            </a:pPr>
            <a:r>
              <a:rPr lang="es-MX" sz="2400" dirty="0"/>
              <a:t>Empleo de variadores de velocidad de características electrónicas en vez de variadores de velocidad de características mecánicas. </a:t>
            </a:r>
          </a:p>
        </p:txBody>
      </p:sp>
      <p:pic>
        <p:nvPicPr>
          <p:cNvPr id="163844" name="Picture 7" descr="K:\EsqVarbandas.jpg"/>
          <p:cNvPicPr>
            <a:picLocks noChangeAspect="1" noChangeArrowheads="1"/>
          </p:cNvPicPr>
          <p:nvPr/>
        </p:nvPicPr>
        <p:blipFill>
          <a:blip r:embed="rId2"/>
          <a:srcRect l="9309" t="4008" r="4401" b="3223"/>
          <a:stretch>
            <a:fillRect/>
          </a:stretch>
        </p:blipFill>
        <p:spPr bwMode="auto">
          <a:xfrm>
            <a:off x="9331681" y="2187612"/>
            <a:ext cx="2008188" cy="3743325"/>
          </a:xfrm>
          <a:prstGeom prst="rect">
            <a:avLst/>
          </a:prstGeom>
          <a:noFill/>
          <a:ln w="9525">
            <a:noFill/>
            <a:miter lim="800000"/>
            <a:headEnd/>
            <a:tailEnd/>
          </a:ln>
        </p:spPr>
      </p:pic>
      <p:pic>
        <p:nvPicPr>
          <p:cNvPr id="163845" name="Picture 8"/>
          <p:cNvPicPr>
            <a:picLocks noChangeAspect="1" noChangeArrowheads="1"/>
          </p:cNvPicPr>
          <p:nvPr/>
        </p:nvPicPr>
        <p:blipFill>
          <a:blip r:embed="rId3"/>
          <a:srcRect l="2284" t="529" r="3302" b="1253"/>
          <a:stretch>
            <a:fillRect/>
          </a:stretch>
        </p:blipFill>
        <p:spPr bwMode="auto">
          <a:xfrm>
            <a:off x="4968478" y="2781166"/>
            <a:ext cx="2535237" cy="2841625"/>
          </a:xfrm>
          <a:prstGeom prst="rect">
            <a:avLst/>
          </a:prstGeom>
          <a:noFill/>
          <a:ln w="9525">
            <a:noFill/>
            <a:miter lim="800000"/>
            <a:headEnd/>
            <a:tailEnd/>
          </a:ln>
        </p:spPr>
      </p:pic>
      <p:pic>
        <p:nvPicPr>
          <p:cNvPr id="163846" name="Picture 10"/>
          <p:cNvPicPr>
            <a:picLocks noChangeAspect="1" noChangeArrowheads="1"/>
          </p:cNvPicPr>
          <p:nvPr/>
        </p:nvPicPr>
        <p:blipFill>
          <a:blip r:embed="rId4"/>
          <a:srcRect/>
          <a:stretch>
            <a:fillRect/>
          </a:stretch>
        </p:blipFill>
        <p:spPr bwMode="auto">
          <a:xfrm>
            <a:off x="2228056" y="3005574"/>
            <a:ext cx="2052638" cy="2625725"/>
          </a:xfrm>
          <a:prstGeom prst="rect">
            <a:avLst/>
          </a:prstGeom>
          <a:noFill/>
          <a:ln w="9525">
            <a:noFill/>
            <a:miter lim="800000"/>
            <a:headEnd/>
            <a:tailEnd/>
          </a:ln>
        </p:spPr>
      </p:pic>
    </p:spTree>
    <p:extLst>
      <p:ext uri="{BB962C8B-B14F-4D97-AF65-F5344CB8AC3E}">
        <p14:creationId xmlns:p14="http://schemas.microsoft.com/office/powerpoint/2010/main" val="2888871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0" name="Rectangle 20"/>
          <p:cNvSpPr>
            <a:spLocks noChangeArrowheads="1"/>
          </p:cNvSpPr>
          <p:nvPr/>
        </p:nvSpPr>
        <p:spPr bwMode="auto">
          <a:xfrm>
            <a:off x="2374466" y="539115"/>
            <a:ext cx="7777163" cy="487139"/>
          </a:xfrm>
          <a:prstGeom prst="rect">
            <a:avLst/>
          </a:prstGeom>
          <a:noFill/>
          <a:ln w="9525">
            <a:noFill/>
            <a:miter lim="800000"/>
            <a:headEnd/>
            <a:tailEnd/>
          </a:ln>
        </p:spPr>
        <p:txBody>
          <a:bodyPr anchor="ctr"/>
          <a:lstStyle/>
          <a:p>
            <a:pPr algn="ctr" eaLnBrk="1" hangingPunct="1"/>
            <a:r>
              <a:rPr lang="es-MX" sz="3600" b="1" dirty="0"/>
              <a:t>Modificaciones sencillas</a:t>
            </a:r>
          </a:p>
        </p:txBody>
      </p:sp>
      <p:sp>
        <p:nvSpPr>
          <p:cNvPr id="165891" name="Text Box 21"/>
          <p:cNvSpPr txBox="1">
            <a:spLocks noChangeArrowheads="1"/>
          </p:cNvSpPr>
          <p:nvPr/>
        </p:nvSpPr>
        <p:spPr bwMode="auto">
          <a:xfrm>
            <a:off x="2300289" y="1387468"/>
            <a:ext cx="7777163" cy="830262"/>
          </a:xfrm>
          <a:prstGeom prst="rect">
            <a:avLst/>
          </a:prstGeom>
          <a:noFill/>
          <a:ln w="9525">
            <a:noFill/>
            <a:miter lim="800000"/>
            <a:headEnd/>
            <a:tailEnd/>
          </a:ln>
        </p:spPr>
        <p:txBody>
          <a:bodyPr>
            <a:spAutoFit/>
          </a:bodyPr>
          <a:lstStyle/>
          <a:p>
            <a:pPr marL="180975" indent="-180975" algn="just">
              <a:spcBef>
                <a:spcPct val="50000"/>
              </a:spcBef>
              <a:buFont typeface="Wingdings" pitchFamily="2" charset="2"/>
              <a:buChar char="§"/>
            </a:pPr>
            <a:r>
              <a:rPr lang="es-MX" sz="2400" dirty="0"/>
              <a:t>Empleo de limitadores de torque en lugar de fusibles mecánicos.</a:t>
            </a:r>
          </a:p>
        </p:txBody>
      </p:sp>
      <p:pic>
        <p:nvPicPr>
          <p:cNvPr id="165892" name="Picture 2"/>
          <p:cNvPicPr>
            <a:picLocks noChangeAspect="1" noChangeArrowheads="1"/>
          </p:cNvPicPr>
          <p:nvPr/>
        </p:nvPicPr>
        <p:blipFill>
          <a:blip r:embed="rId2"/>
          <a:srcRect/>
          <a:stretch>
            <a:fillRect/>
          </a:stretch>
        </p:blipFill>
        <p:spPr bwMode="auto">
          <a:xfrm>
            <a:off x="2300289" y="2703290"/>
            <a:ext cx="2135187" cy="3244850"/>
          </a:xfrm>
          <a:prstGeom prst="rect">
            <a:avLst/>
          </a:prstGeom>
          <a:noFill/>
          <a:ln w="9525">
            <a:noFill/>
            <a:miter lim="800000"/>
            <a:headEnd/>
            <a:tailEnd/>
          </a:ln>
        </p:spPr>
      </p:pic>
      <p:pic>
        <p:nvPicPr>
          <p:cNvPr id="4100"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28437" t="50650" r="34316" b="7546"/>
          <a:stretch/>
        </p:blipFill>
        <p:spPr bwMode="auto">
          <a:xfrm>
            <a:off x="5536384" y="2217730"/>
            <a:ext cx="4541068" cy="4077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338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4" name="Rectangle 20"/>
          <p:cNvSpPr>
            <a:spLocks noChangeArrowheads="1"/>
          </p:cNvSpPr>
          <p:nvPr/>
        </p:nvSpPr>
        <p:spPr bwMode="auto">
          <a:xfrm>
            <a:off x="2423443" y="1050214"/>
            <a:ext cx="7777162" cy="720725"/>
          </a:xfrm>
          <a:prstGeom prst="rect">
            <a:avLst/>
          </a:prstGeom>
          <a:noFill/>
          <a:ln w="9525">
            <a:noFill/>
            <a:miter lim="800000"/>
            <a:headEnd/>
            <a:tailEnd/>
          </a:ln>
        </p:spPr>
        <p:txBody>
          <a:bodyPr anchor="ctr"/>
          <a:lstStyle/>
          <a:p>
            <a:pPr algn="ctr" eaLnBrk="1" hangingPunct="1"/>
            <a:r>
              <a:rPr lang="es-MX" sz="3600" b="1" dirty="0"/>
              <a:t>Modificaciones sencillas</a:t>
            </a:r>
          </a:p>
        </p:txBody>
      </p:sp>
      <p:sp>
        <p:nvSpPr>
          <p:cNvPr id="166915" name="Text Box 21"/>
          <p:cNvSpPr txBox="1">
            <a:spLocks noChangeArrowheads="1"/>
          </p:cNvSpPr>
          <p:nvPr/>
        </p:nvSpPr>
        <p:spPr bwMode="auto">
          <a:xfrm>
            <a:off x="2351088" y="1968880"/>
            <a:ext cx="7777162" cy="830263"/>
          </a:xfrm>
          <a:prstGeom prst="rect">
            <a:avLst/>
          </a:prstGeom>
          <a:noFill/>
          <a:ln w="9525">
            <a:noFill/>
            <a:miter lim="800000"/>
            <a:headEnd/>
            <a:tailEnd/>
          </a:ln>
        </p:spPr>
        <p:txBody>
          <a:bodyPr>
            <a:spAutoFit/>
          </a:bodyPr>
          <a:lstStyle/>
          <a:p>
            <a:pPr marL="180975" indent="-180975" algn="just">
              <a:spcBef>
                <a:spcPct val="50000"/>
              </a:spcBef>
              <a:buFont typeface="Wingdings" pitchFamily="2" charset="2"/>
              <a:buChar char="§"/>
            </a:pPr>
            <a:r>
              <a:rPr lang="es-MX" sz="2400" dirty="0"/>
              <a:t>Rediseño de elementos en materiales plásticos en lugar de materiales metálicos.</a:t>
            </a:r>
          </a:p>
        </p:txBody>
      </p:sp>
      <p:pic>
        <p:nvPicPr>
          <p:cNvPr id="166916" name="Picture 5" descr="D:\CARLOS MARIO BUSTAMANTE\Plasticos de Ingenieria (marzo-2011)\Canjilones\100-0062_IMG.JPG"/>
          <p:cNvPicPr>
            <a:picLocks noChangeAspect="1" noChangeArrowheads="1"/>
          </p:cNvPicPr>
          <p:nvPr/>
        </p:nvPicPr>
        <p:blipFill>
          <a:blip r:embed="rId2"/>
          <a:srcRect l="9981" t="6885" r="4634" b="2039"/>
          <a:stretch>
            <a:fillRect/>
          </a:stretch>
        </p:blipFill>
        <p:spPr bwMode="auto">
          <a:xfrm>
            <a:off x="6312024" y="3195024"/>
            <a:ext cx="2819400" cy="2255837"/>
          </a:xfrm>
          <a:prstGeom prst="rect">
            <a:avLst/>
          </a:prstGeom>
          <a:noFill/>
          <a:ln w="9525">
            <a:noFill/>
            <a:miter lim="800000"/>
            <a:headEnd/>
            <a:tailEnd/>
          </a:ln>
        </p:spPr>
      </p:pic>
      <p:pic>
        <p:nvPicPr>
          <p:cNvPr id="166917" name="Picture 8" descr="D:\CARLOS MARIO BUSTAMANTE\Plasticos de Ingenieria (marzo-2011)\Pinon TableTop\IMG_0110.JPG"/>
          <p:cNvPicPr>
            <a:picLocks noChangeAspect="1" noChangeArrowheads="1"/>
          </p:cNvPicPr>
          <p:nvPr/>
        </p:nvPicPr>
        <p:blipFill>
          <a:blip r:embed="rId3"/>
          <a:srcRect l="1680" t="22305" r="2071" b="28944"/>
          <a:stretch>
            <a:fillRect/>
          </a:stretch>
        </p:blipFill>
        <p:spPr bwMode="auto">
          <a:xfrm>
            <a:off x="2927351" y="3789364"/>
            <a:ext cx="2346325" cy="1584325"/>
          </a:xfrm>
          <a:prstGeom prst="rect">
            <a:avLst/>
          </a:prstGeom>
          <a:noFill/>
          <a:ln w="9525">
            <a:noFill/>
            <a:miter lim="800000"/>
            <a:headEnd/>
            <a:tailEnd/>
          </a:ln>
        </p:spPr>
      </p:pic>
    </p:spTree>
    <p:extLst>
      <p:ext uri="{BB962C8B-B14F-4D97-AF65-F5344CB8AC3E}">
        <p14:creationId xmlns:p14="http://schemas.microsoft.com/office/powerpoint/2010/main" val="3355096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8" name="Rectangle 2"/>
          <p:cNvSpPr>
            <a:spLocks noChangeArrowheads="1"/>
          </p:cNvSpPr>
          <p:nvPr/>
        </p:nvSpPr>
        <p:spPr bwMode="auto">
          <a:xfrm>
            <a:off x="2135560" y="1196753"/>
            <a:ext cx="7777162" cy="928687"/>
          </a:xfrm>
          <a:prstGeom prst="rect">
            <a:avLst/>
          </a:prstGeom>
          <a:noFill/>
          <a:ln w="9525">
            <a:noFill/>
            <a:miter lim="800000"/>
            <a:headEnd/>
            <a:tailEnd/>
          </a:ln>
        </p:spPr>
        <p:txBody>
          <a:bodyPr anchor="ctr"/>
          <a:lstStyle/>
          <a:p>
            <a:pPr algn="ctr" eaLnBrk="1" hangingPunct="1"/>
            <a:r>
              <a:rPr lang="es-MX" sz="3600" b="1" dirty="0"/>
              <a:t>Acciones modificativas</a:t>
            </a:r>
            <a:endParaRPr lang="es-ES" sz="3600" b="1" dirty="0"/>
          </a:p>
        </p:txBody>
      </p:sp>
      <p:sp>
        <p:nvSpPr>
          <p:cNvPr id="167939" name="Text Box 3"/>
          <p:cNvSpPr txBox="1">
            <a:spLocks noChangeArrowheads="1"/>
          </p:cNvSpPr>
          <p:nvPr/>
        </p:nvSpPr>
        <p:spPr bwMode="auto">
          <a:xfrm>
            <a:off x="1966823" y="2377757"/>
            <a:ext cx="9021182" cy="2246769"/>
          </a:xfrm>
          <a:prstGeom prst="rect">
            <a:avLst/>
          </a:prstGeom>
          <a:noFill/>
          <a:ln w="9525">
            <a:noFill/>
            <a:miter lim="800000"/>
            <a:headEnd/>
            <a:tailEnd/>
          </a:ln>
        </p:spPr>
        <p:txBody>
          <a:bodyPr wrap="square">
            <a:spAutoFit/>
          </a:bodyPr>
          <a:lstStyle/>
          <a:p>
            <a:pPr algn="just">
              <a:spcBef>
                <a:spcPct val="50000"/>
              </a:spcBef>
            </a:pPr>
            <a:r>
              <a:rPr lang="es-MX" sz="2800" dirty="0"/>
              <a:t>Las modificaciones  en los equipos o sistemas se realizan mediante la aplicación de conceptos y acciones propias del diseño en la ingeniería (procesos de diseño) y </a:t>
            </a:r>
            <a:r>
              <a:rPr lang="es-MX" sz="2800" b="1" i="1" dirty="0"/>
              <a:t>es indispensable para tal fin establecer previamente la causa raíz de la falla.</a:t>
            </a:r>
            <a:endParaRPr lang="es-ES" sz="2800" b="1" i="1" dirty="0"/>
          </a:p>
        </p:txBody>
      </p:sp>
    </p:spTree>
    <p:extLst>
      <p:ext uri="{BB962C8B-B14F-4D97-AF65-F5344CB8AC3E}">
        <p14:creationId xmlns:p14="http://schemas.microsoft.com/office/powerpoint/2010/main" val="119976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2454276" y="1101786"/>
            <a:ext cx="7777162" cy="865188"/>
          </a:xfrm>
          <a:prstGeom prst="rect">
            <a:avLst/>
          </a:prstGeom>
          <a:noFill/>
          <a:ln w="9525">
            <a:noFill/>
            <a:miter lim="800000"/>
            <a:headEnd/>
            <a:tailEnd/>
          </a:ln>
        </p:spPr>
        <p:txBody>
          <a:bodyPr anchor="ctr"/>
          <a:lstStyle/>
          <a:p>
            <a:pPr algn="ctr" eaLnBrk="1" hangingPunct="1"/>
            <a:r>
              <a:rPr lang="es-MX" sz="4000" b="1" dirty="0"/>
              <a:t>Rediseños</a:t>
            </a:r>
            <a:endParaRPr lang="es-ES" sz="4000" b="1" dirty="0"/>
          </a:p>
        </p:txBody>
      </p:sp>
      <p:sp>
        <p:nvSpPr>
          <p:cNvPr id="83971" name="Text Box 3"/>
          <p:cNvSpPr txBox="1">
            <a:spLocks noChangeArrowheads="1"/>
          </p:cNvSpPr>
          <p:nvPr/>
        </p:nvSpPr>
        <p:spPr bwMode="auto">
          <a:xfrm>
            <a:off x="2166937" y="2254354"/>
            <a:ext cx="8322783" cy="2800767"/>
          </a:xfrm>
          <a:prstGeom prst="rect">
            <a:avLst/>
          </a:prstGeom>
          <a:noFill/>
          <a:ln w="9525">
            <a:noFill/>
            <a:miter lim="800000"/>
            <a:headEnd/>
            <a:tailEnd/>
          </a:ln>
        </p:spPr>
        <p:txBody>
          <a:bodyPr wrap="square">
            <a:spAutoFit/>
          </a:bodyPr>
          <a:lstStyle/>
          <a:p>
            <a:pPr algn="just" eaLnBrk="1" hangingPunct="1">
              <a:spcBef>
                <a:spcPct val="50000"/>
              </a:spcBef>
            </a:pPr>
            <a:r>
              <a:rPr lang="es-MX" sz="3200" dirty="0"/>
              <a:t>Son acciones modificativas en las cuales se emplean las metodologías del diseño.</a:t>
            </a:r>
          </a:p>
          <a:p>
            <a:pPr algn="just" eaLnBrk="1" hangingPunct="1">
              <a:spcBef>
                <a:spcPct val="50000"/>
              </a:spcBef>
            </a:pPr>
            <a:r>
              <a:rPr lang="es-MX" sz="3200" dirty="0"/>
              <a:t>Generalmente representan cambios importantes en relación con el equipo original.</a:t>
            </a:r>
          </a:p>
        </p:txBody>
      </p:sp>
      <p:sp>
        <p:nvSpPr>
          <p:cNvPr id="83972" name="Text Box 4"/>
          <p:cNvSpPr txBox="1">
            <a:spLocks noChangeArrowheads="1"/>
          </p:cNvSpPr>
          <p:nvPr/>
        </p:nvSpPr>
        <p:spPr bwMode="auto">
          <a:xfrm>
            <a:off x="3216275" y="4365626"/>
            <a:ext cx="6624638" cy="461963"/>
          </a:xfrm>
          <a:prstGeom prst="rect">
            <a:avLst/>
          </a:prstGeom>
          <a:noFill/>
          <a:ln w="9525">
            <a:noFill/>
            <a:miter lim="800000"/>
            <a:headEnd/>
            <a:tailEnd/>
          </a:ln>
        </p:spPr>
        <p:txBody>
          <a:bodyPr>
            <a:spAutoFit/>
          </a:bodyPr>
          <a:lstStyle/>
          <a:p>
            <a:pPr algn="just" eaLnBrk="1" hangingPunct="1">
              <a:spcBef>
                <a:spcPct val="50000"/>
              </a:spcBef>
            </a:pPr>
            <a:endParaRPr lang="es-CO" sz="2400">
              <a:solidFill>
                <a:srgbClr val="37829E"/>
              </a:solidFill>
            </a:endParaRPr>
          </a:p>
        </p:txBody>
      </p:sp>
    </p:spTree>
    <p:extLst>
      <p:ext uri="{BB962C8B-B14F-4D97-AF65-F5344CB8AC3E}">
        <p14:creationId xmlns:p14="http://schemas.microsoft.com/office/powerpoint/2010/main" val="192769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3058" name="Rectangle 2"/>
          <p:cNvSpPr>
            <a:spLocks noChangeArrowheads="1"/>
          </p:cNvSpPr>
          <p:nvPr/>
        </p:nvSpPr>
        <p:spPr bwMode="auto">
          <a:xfrm>
            <a:off x="2293938" y="1268760"/>
            <a:ext cx="7777162" cy="641350"/>
          </a:xfrm>
          <a:prstGeom prst="rect">
            <a:avLst/>
          </a:prstGeom>
          <a:noFill/>
          <a:ln w="9525">
            <a:noFill/>
            <a:miter lim="800000"/>
            <a:headEnd/>
            <a:tailEnd/>
          </a:ln>
        </p:spPr>
        <p:txBody>
          <a:bodyPr anchor="ctr"/>
          <a:lstStyle/>
          <a:p>
            <a:pPr algn="ctr" eaLnBrk="1" hangingPunct="1"/>
            <a:r>
              <a:rPr lang="es-MX" sz="3600" b="1" dirty="0"/>
              <a:t>Diseño</a:t>
            </a:r>
            <a:endParaRPr lang="es-ES" sz="3600" b="1" dirty="0"/>
          </a:p>
        </p:txBody>
      </p:sp>
      <p:sp>
        <p:nvSpPr>
          <p:cNvPr id="173059" name="Text Box 3"/>
          <p:cNvSpPr txBox="1">
            <a:spLocks noChangeArrowheads="1"/>
          </p:cNvSpPr>
          <p:nvPr/>
        </p:nvSpPr>
        <p:spPr bwMode="auto">
          <a:xfrm>
            <a:off x="1690777" y="2429516"/>
            <a:ext cx="9402792" cy="2031325"/>
          </a:xfrm>
          <a:prstGeom prst="rect">
            <a:avLst/>
          </a:prstGeom>
          <a:noFill/>
          <a:ln w="9525">
            <a:noFill/>
            <a:miter lim="800000"/>
            <a:headEnd/>
            <a:tailEnd/>
          </a:ln>
        </p:spPr>
        <p:txBody>
          <a:bodyPr wrap="square">
            <a:spAutoFit/>
          </a:bodyPr>
          <a:lstStyle/>
          <a:p>
            <a:pPr marL="180975" indent="-180975" algn="just">
              <a:spcBef>
                <a:spcPct val="50000"/>
              </a:spcBef>
              <a:buFont typeface="Wingdings" pitchFamily="2" charset="2"/>
              <a:buChar char="ü"/>
            </a:pPr>
            <a:r>
              <a:rPr lang="es-MX" sz="2800" dirty="0"/>
              <a:t> Formulación de planes para satisfacer demandas o necesidades específicas o resolver problemas.</a:t>
            </a:r>
          </a:p>
          <a:p>
            <a:pPr marL="180975" indent="-180975" algn="just">
              <a:spcBef>
                <a:spcPct val="50000"/>
              </a:spcBef>
              <a:buFont typeface="Wingdings" pitchFamily="2" charset="2"/>
              <a:buChar char="ü"/>
            </a:pPr>
            <a:r>
              <a:rPr lang="es-MX" sz="2800" dirty="0"/>
              <a:t> Transformación de conceptos e ideas en maquinaria útil.</a:t>
            </a:r>
          </a:p>
        </p:txBody>
      </p:sp>
    </p:spTree>
    <p:extLst>
      <p:ext uri="{BB962C8B-B14F-4D97-AF65-F5344CB8AC3E}">
        <p14:creationId xmlns:p14="http://schemas.microsoft.com/office/powerpoint/2010/main" val="34250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914821" y="623723"/>
            <a:ext cx="10184078" cy="857250"/>
          </a:xfrm>
        </p:spPr>
        <p:txBody>
          <a:bodyPr>
            <a:normAutofit fontScale="90000"/>
          </a:bodyPr>
          <a:lstStyle/>
          <a:p>
            <a:pPr algn="ctr">
              <a:defRPr/>
            </a:pPr>
            <a:r>
              <a:rPr lang="es-ES" sz="2800" b="1" dirty="0">
                <a:ea typeface="+mn-ea"/>
                <a:cs typeface="+mn-cs"/>
              </a:rPr>
              <a:t>Especificaciones técnicas para elementos de cálculo</a:t>
            </a:r>
          </a:p>
        </p:txBody>
      </p:sp>
      <p:sp>
        <p:nvSpPr>
          <p:cNvPr id="67587" name="2 Marcador de contenido"/>
          <p:cNvSpPr>
            <a:spLocks noGrp="1"/>
          </p:cNvSpPr>
          <p:nvPr>
            <p:ph idx="4294967295"/>
          </p:nvPr>
        </p:nvSpPr>
        <p:spPr bwMode="auto">
          <a:xfrm>
            <a:off x="1981200" y="1480974"/>
            <a:ext cx="8229600" cy="4602302"/>
          </a:xfrm>
          <a:ln>
            <a:miter lim="800000"/>
            <a:headEnd/>
            <a:tailEnd/>
          </a:ln>
        </p:spPr>
        <p:txBody>
          <a:bodyPr vert="horz" wrap="square" lIns="91440" tIns="45720" rIns="91440" bIns="45720" numCol="1" rtlCol="0" anchor="t" anchorCtr="0" compatLnSpc="1">
            <a:prstTxWarp prst="textNoShape">
              <a:avLst/>
            </a:prstTxWarp>
            <a:normAutofit fontScale="92500" lnSpcReduction="10000"/>
          </a:bodyPr>
          <a:lstStyle/>
          <a:p>
            <a:pPr algn="ctr">
              <a:buFontTx/>
              <a:buNone/>
              <a:defRPr/>
            </a:pPr>
            <a:r>
              <a:rPr lang="es-ES" sz="2800" b="1" dirty="0">
                <a:solidFill>
                  <a:schemeClr val="tx1"/>
                </a:solidFill>
                <a:latin typeface="+mj-lt"/>
              </a:rPr>
              <a:t>Plano de ingeniería</a:t>
            </a:r>
          </a:p>
          <a:p>
            <a:pPr>
              <a:defRPr/>
            </a:pPr>
            <a:r>
              <a:rPr lang="es-ES" sz="2800" dirty="0">
                <a:solidFill>
                  <a:schemeClr val="tx1"/>
                </a:solidFill>
              </a:rPr>
              <a:t>Geometría completa</a:t>
            </a:r>
          </a:p>
          <a:p>
            <a:pPr>
              <a:defRPr/>
            </a:pPr>
            <a:r>
              <a:rPr lang="es-ES" sz="2800" dirty="0">
                <a:solidFill>
                  <a:schemeClr val="tx1"/>
                </a:solidFill>
              </a:rPr>
              <a:t>Tolerancias</a:t>
            </a:r>
          </a:p>
          <a:p>
            <a:pPr>
              <a:defRPr/>
            </a:pPr>
            <a:r>
              <a:rPr lang="es-ES" sz="2800" dirty="0">
                <a:solidFill>
                  <a:schemeClr val="tx1"/>
                </a:solidFill>
              </a:rPr>
              <a:t>Acabados superficiales</a:t>
            </a:r>
          </a:p>
          <a:p>
            <a:pPr>
              <a:defRPr/>
            </a:pPr>
            <a:r>
              <a:rPr lang="es-ES" sz="2800" dirty="0">
                <a:solidFill>
                  <a:schemeClr val="tx1"/>
                </a:solidFill>
              </a:rPr>
              <a:t>Materiales</a:t>
            </a:r>
          </a:p>
          <a:p>
            <a:pPr>
              <a:defRPr/>
            </a:pPr>
            <a:r>
              <a:rPr lang="es-ES" sz="2800" dirty="0">
                <a:solidFill>
                  <a:schemeClr val="tx1"/>
                </a:solidFill>
              </a:rPr>
              <a:t>Tratamientos térmicos</a:t>
            </a:r>
          </a:p>
          <a:p>
            <a:pPr>
              <a:defRPr/>
            </a:pPr>
            <a:r>
              <a:rPr lang="es-ES" sz="2800" dirty="0">
                <a:solidFill>
                  <a:schemeClr val="tx1"/>
                </a:solidFill>
              </a:rPr>
              <a:t>Dureza</a:t>
            </a:r>
          </a:p>
          <a:p>
            <a:pPr>
              <a:defRPr/>
            </a:pPr>
            <a:r>
              <a:rPr lang="es-ES" sz="2800" dirty="0">
                <a:solidFill>
                  <a:schemeClr val="tx1"/>
                </a:solidFill>
              </a:rPr>
              <a:t>Procedimiento o secuencia para fabricación</a:t>
            </a:r>
          </a:p>
          <a:p>
            <a:pPr>
              <a:defRPr/>
            </a:pPr>
            <a:r>
              <a:rPr lang="es-ES" sz="2800" dirty="0">
                <a:solidFill>
                  <a:schemeClr val="tx1"/>
                </a:solidFill>
              </a:rPr>
              <a:t>Datos específicos para elementos en particular</a:t>
            </a:r>
          </a:p>
        </p:txBody>
      </p:sp>
    </p:spTree>
    <p:extLst>
      <p:ext uri="{BB962C8B-B14F-4D97-AF65-F5344CB8AC3E}">
        <p14:creationId xmlns:p14="http://schemas.microsoft.com/office/powerpoint/2010/main" val="3348338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3969304" y="285979"/>
            <a:ext cx="4068661" cy="606453"/>
          </a:xfrm>
        </p:spPr>
        <p:txBody>
          <a:bodyPr/>
          <a:lstStyle/>
          <a:p>
            <a:pPr>
              <a:defRPr/>
            </a:pPr>
            <a:r>
              <a:rPr lang="es-ES" sz="2800" b="1" dirty="0">
                <a:ea typeface="+mn-ea"/>
                <a:cs typeface="+mn-cs"/>
              </a:rPr>
              <a:t>Plano de ingeniería</a:t>
            </a:r>
          </a:p>
        </p:txBody>
      </p:sp>
      <p:sp>
        <p:nvSpPr>
          <p:cNvPr id="132099" name="Rectangle 5"/>
          <p:cNvSpPr>
            <a:spLocks noChangeArrowheads="1"/>
          </p:cNvSpPr>
          <p:nvPr/>
        </p:nvSpPr>
        <p:spPr bwMode="auto">
          <a:xfrm>
            <a:off x="6003635" y="-184666"/>
            <a:ext cx="184731" cy="369332"/>
          </a:xfrm>
          <a:prstGeom prst="rect">
            <a:avLst/>
          </a:prstGeom>
          <a:noFill/>
          <a:ln w="9525">
            <a:noFill/>
            <a:miter lim="800000"/>
            <a:headEnd/>
            <a:tailEnd/>
          </a:ln>
        </p:spPr>
        <p:txBody>
          <a:bodyPr wrap="none" anchor="ctr">
            <a:spAutoFit/>
          </a:bodyPr>
          <a:lstStyle/>
          <a:p>
            <a:pPr algn="ctr" eaLnBrk="1" hangingPunct="1"/>
            <a:endParaRPr lang="es-ES_tradnl"/>
          </a:p>
        </p:txBody>
      </p:sp>
      <p:pic>
        <p:nvPicPr>
          <p:cNvPr id="132100" name="Picture 2"/>
          <p:cNvPicPr>
            <a:picLocks noChangeAspect="1" noChangeArrowheads="1"/>
          </p:cNvPicPr>
          <p:nvPr/>
        </p:nvPicPr>
        <p:blipFill>
          <a:blip r:embed="rId2"/>
          <a:srcRect/>
          <a:stretch>
            <a:fillRect/>
          </a:stretch>
        </p:blipFill>
        <p:spPr bwMode="auto">
          <a:xfrm>
            <a:off x="2049426" y="901320"/>
            <a:ext cx="8277879" cy="5670701"/>
          </a:xfrm>
          <a:prstGeom prst="rect">
            <a:avLst/>
          </a:prstGeom>
          <a:noFill/>
          <a:ln w="9525">
            <a:noFill/>
            <a:miter lim="800000"/>
            <a:headEnd/>
            <a:tailEnd/>
          </a:ln>
        </p:spPr>
      </p:pic>
    </p:spTree>
    <p:extLst>
      <p:ext uri="{BB962C8B-B14F-4D97-AF65-F5344CB8AC3E}">
        <p14:creationId xmlns:p14="http://schemas.microsoft.com/office/powerpoint/2010/main" val="3947932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82" name="Rectangle 2"/>
          <p:cNvSpPr>
            <a:spLocks noChangeArrowheads="1"/>
          </p:cNvSpPr>
          <p:nvPr/>
        </p:nvSpPr>
        <p:spPr bwMode="auto">
          <a:xfrm>
            <a:off x="2803585" y="1368803"/>
            <a:ext cx="6640033" cy="943077"/>
          </a:xfrm>
          <a:prstGeom prst="rect">
            <a:avLst/>
          </a:prstGeom>
          <a:noFill/>
          <a:ln w="9525">
            <a:noFill/>
            <a:miter lim="800000"/>
            <a:headEnd/>
            <a:tailEnd/>
          </a:ln>
        </p:spPr>
        <p:txBody>
          <a:bodyPr anchor="ctr"/>
          <a:lstStyle/>
          <a:p>
            <a:pPr algn="ctr" eaLnBrk="1" hangingPunct="1"/>
            <a:r>
              <a:rPr lang="es-MX" sz="3600" b="1" dirty="0"/>
              <a:t>Diseño en ingeniería</a:t>
            </a:r>
            <a:endParaRPr lang="es-ES" sz="3600" b="1" dirty="0"/>
          </a:p>
        </p:txBody>
      </p:sp>
      <p:sp>
        <p:nvSpPr>
          <p:cNvPr id="174083" name="Text Box 3"/>
          <p:cNvSpPr txBox="1">
            <a:spLocks noChangeArrowheads="1"/>
          </p:cNvSpPr>
          <p:nvPr/>
        </p:nvSpPr>
        <p:spPr bwMode="auto">
          <a:xfrm>
            <a:off x="1509624" y="2424249"/>
            <a:ext cx="9497682" cy="2246769"/>
          </a:xfrm>
          <a:prstGeom prst="rect">
            <a:avLst/>
          </a:prstGeom>
          <a:noFill/>
          <a:ln w="9525">
            <a:noFill/>
            <a:miter lim="800000"/>
            <a:headEnd/>
            <a:tailEnd/>
          </a:ln>
        </p:spPr>
        <p:txBody>
          <a:bodyPr wrap="square">
            <a:spAutoFit/>
          </a:bodyPr>
          <a:lstStyle/>
          <a:p>
            <a:pPr algn="just" eaLnBrk="1" hangingPunct="1">
              <a:spcBef>
                <a:spcPct val="50000"/>
              </a:spcBef>
            </a:pPr>
            <a:r>
              <a:rPr lang="es-MX" sz="2800" dirty="0"/>
              <a:t>Es el proceso en el que se utilizan </a:t>
            </a:r>
            <a:r>
              <a:rPr lang="es-MX" sz="2800" b="1" i="1" dirty="0"/>
              <a:t>principios científicos</a:t>
            </a:r>
            <a:r>
              <a:rPr lang="es-MX" sz="2800" b="1" dirty="0"/>
              <a:t> </a:t>
            </a:r>
            <a:r>
              <a:rPr lang="es-MX" sz="2800" dirty="0"/>
              <a:t>y métodos técnicos (matemáticos, de computación electrónica, gráficos, etc.) para llevar a cabo planes que satisfagan ciertas demandas o necesidades o resuelvan determinados problemas.</a:t>
            </a:r>
            <a:endParaRPr lang="es-ES" sz="2800" b="1" i="1" dirty="0"/>
          </a:p>
        </p:txBody>
      </p:sp>
    </p:spTree>
    <p:extLst>
      <p:ext uri="{BB962C8B-B14F-4D97-AF65-F5344CB8AC3E}">
        <p14:creationId xmlns:p14="http://schemas.microsoft.com/office/powerpoint/2010/main" val="3563206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2177021" y="908720"/>
            <a:ext cx="7777162" cy="648072"/>
          </a:xfrm>
          <a:prstGeom prst="rect">
            <a:avLst/>
          </a:prstGeom>
          <a:noFill/>
          <a:ln w="9525">
            <a:noFill/>
            <a:miter lim="800000"/>
            <a:headEnd/>
            <a:tailEnd/>
          </a:ln>
        </p:spPr>
        <p:txBody>
          <a:bodyPr anchor="ctr"/>
          <a:lstStyle/>
          <a:p>
            <a:pPr algn="ctr" eaLnBrk="1" hangingPunct="1"/>
            <a:r>
              <a:rPr lang="es-MX" sz="3600" b="1" dirty="0"/>
              <a:t>Diseño en ingeniería</a:t>
            </a:r>
            <a:endParaRPr lang="es-ES" sz="3600" b="1" dirty="0"/>
          </a:p>
        </p:txBody>
      </p:sp>
      <p:sp>
        <p:nvSpPr>
          <p:cNvPr id="175107" name="Text Box 3"/>
          <p:cNvSpPr txBox="1">
            <a:spLocks noChangeArrowheads="1"/>
          </p:cNvSpPr>
          <p:nvPr/>
        </p:nvSpPr>
        <p:spPr bwMode="auto">
          <a:xfrm>
            <a:off x="1371601" y="1700809"/>
            <a:ext cx="9627078" cy="4524315"/>
          </a:xfrm>
          <a:prstGeom prst="rect">
            <a:avLst/>
          </a:prstGeom>
          <a:noFill/>
          <a:ln w="9525">
            <a:noFill/>
            <a:miter lim="800000"/>
            <a:headEnd/>
            <a:tailEnd/>
          </a:ln>
        </p:spPr>
        <p:txBody>
          <a:bodyPr wrap="square">
            <a:spAutoFit/>
          </a:bodyPr>
          <a:lstStyle/>
          <a:p>
            <a:pPr algn="just" eaLnBrk="1" hangingPunct="1">
              <a:spcBef>
                <a:spcPct val="50000"/>
              </a:spcBef>
            </a:pPr>
            <a:r>
              <a:rPr lang="es-MX" sz="2400" dirty="0"/>
              <a:t>Los </a:t>
            </a:r>
            <a:r>
              <a:rPr lang="es-MX" sz="2400" b="1" i="1" dirty="0"/>
              <a:t>principios científicos</a:t>
            </a:r>
            <a:r>
              <a:rPr lang="es-MX" sz="2400" dirty="0"/>
              <a:t> se asocian a las diferentes disciplinas que abarca la ingeniería y que están relacionadas con determinados campos de la ciencia:</a:t>
            </a:r>
          </a:p>
          <a:p>
            <a:pPr algn="ctr" eaLnBrk="1" hangingPunct="1">
              <a:spcBef>
                <a:spcPct val="50000"/>
              </a:spcBef>
              <a:buFontTx/>
              <a:buChar char="•"/>
            </a:pPr>
            <a:r>
              <a:rPr lang="es-MX" sz="2400" dirty="0"/>
              <a:t>Mecánica de sólidos.</a:t>
            </a:r>
          </a:p>
          <a:p>
            <a:pPr algn="ctr" eaLnBrk="1" hangingPunct="1">
              <a:spcBef>
                <a:spcPct val="50000"/>
              </a:spcBef>
              <a:buFontTx/>
              <a:buChar char="•"/>
            </a:pPr>
            <a:r>
              <a:rPr lang="es-MX" sz="2400" dirty="0"/>
              <a:t>Mecánica de fluidos.</a:t>
            </a:r>
          </a:p>
          <a:p>
            <a:pPr algn="ctr" eaLnBrk="1" hangingPunct="1">
              <a:spcBef>
                <a:spcPct val="50000"/>
              </a:spcBef>
              <a:buFontTx/>
              <a:buChar char="•"/>
            </a:pPr>
            <a:r>
              <a:rPr lang="es-MX" sz="2400" dirty="0"/>
              <a:t>Transferencia de masa y momento (ing. mecánica).</a:t>
            </a:r>
          </a:p>
          <a:p>
            <a:pPr algn="ctr" eaLnBrk="1" hangingPunct="1">
              <a:spcBef>
                <a:spcPct val="50000"/>
              </a:spcBef>
              <a:buFontTx/>
              <a:buChar char="•"/>
            </a:pPr>
            <a:r>
              <a:rPr lang="es-MX" sz="2400" dirty="0"/>
              <a:t>Teoría eléctrica (ing. eléctrica).</a:t>
            </a:r>
          </a:p>
          <a:p>
            <a:pPr algn="ctr" eaLnBrk="1" hangingPunct="1">
              <a:spcBef>
                <a:spcPct val="50000"/>
              </a:spcBef>
              <a:buFontTx/>
              <a:buChar char="•"/>
            </a:pPr>
            <a:r>
              <a:rPr lang="es-MX" sz="2400" dirty="0"/>
              <a:t>Manejo de sólidos (ing. química).</a:t>
            </a:r>
          </a:p>
          <a:p>
            <a:pPr algn="ctr" eaLnBrk="1" hangingPunct="1">
              <a:spcBef>
                <a:spcPct val="50000"/>
              </a:spcBef>
              <a:buFontTx/>
              <a:buChar char="•"/>
            </a:pPr>
            <a:r>
              <a:rPr lang="es-MX" sz="2400" dirty="0"/>
              <a:t>Etc.</a:t>
            </a:r>
            <a:endParaRPr lang="es-ES" sz="2400" dirty="0"/>
          </a:p>
        </p:txBody>
      </p:sp>
    </p:spTree>
    <p:extLst>
      <p:ext uri="{BB962C8B-B14F-4D97-AF65-F5344CB8AC3E}">
        <p14:creationId xmlns:p14="http://schemas.microsoft.com/office/powerpoint/2010/main" val="1626222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6130" name="Rectangle 2"/>
          <p:cNvSpPr>
            <a:spLocks noChangeArrowheads="1"/>
          </p:cNvSpPr>
          <p:nvPr/>
        </p:nvSpPr>
        <p:spPr bwMode="auto">
          <a:xfrm>
            <a:off x="3010619" y="1455545"/>
            <a:ext cx="5479548" cy="648072"/>
          </a:xfrm>
          <a:prstGeom prst="rect">
            <a:avLst/>
          </a:prstGeom>
          <a:noFill/>
          <a:ln w="9525">
            <a:noFill/>
            <a:miter lim="800000"/>
            <a:headEnd/>
            <a:tailEnd/>
          </a:ln>
        </p:spPr>
        <p:txBody>
          <a:bodyPr anchor="ctr"/>
          <a:lstStyle/>
          <a:p>
            <a:pPr algn="ctr" eaLnBrk="1" hangingPunct="1"/>
            <a:r>
              <a:rPr lang="es-MX" sz="3600" b="1" dirty="0"/>
              <a:t>Proceso de Diseño</a:t>
            </a:r>
            <a:endParaRPr lang="es-ES" sz="3600" b="1" dirty="0"/>
          </a:p>
        </p:txBody>
      </p:sp>
      <p:sp>
        <p:nvSpPr>
          <p:cNvPr id="176131" name="Text Box 3"/>
          <p:cNvSpPr txBox="1">
            <a:spLocks noChangeArrowheads="1"/>
          </p:cNvSpPr>
          <p:nvPr/>
        </p:nvSpPr>
        <p:spPr bwMode="auto">
          <a:xfrm>
            <a:off x="1937955" y="2463657"/>
            <a:ext cx="8194202" cy="2247900"/>
          </a:xfrm>
          <a:prstGeom prst="rect">
            <a:avLst/>
          </a:prstGeom>
          <a:noFill/>
          <a:ln w="9525">
            <a:noFill/>
            <a:miter lim="800000"/>
            <a:headEnd/>
            <a:tailEnd/>
          </a:ln>
        </p:spPr>
        <p:txBody>
          <a:bodyPr wrap="square">
            <a:spAutoFit/>
          </a:bodyPr>
          <a:lstStyle/>
          <a:p>
            <a:pPr algn="just" eaLnBrk="1" hangingPunct="1">
              <a:spcBef>
                <a:spcPct val="50000"/>
              </a:spcBef>
            </a:pPr>
            <a:r>
              <a:rPr lang="es-MX" sz="2800" dirty="0"/>
              <a:t>Es una mezcla de </a:t>
            </a:r>
            <a:r>
              <a:rPr lang="es-MX" sz="2800" b="1" dirty="0"/>
              <a:t>talento innovador</a:t>
            </a:r>
            <a:r>
              <a:rPr lang="es-MX" sz="2800" dirty="0"/>
              <a:t>, conocimiento, punto de vista ágil y experiencia acumulada que se concentra en la tarea de convertir una necesidad en un diseño satisfactorio.</a:t>
            </a:r>
            <a:endParaRPr lang="es-ES" sz="2800" dirty="0"/>
          </a:p>
        </p:txBody>
      </p:sp>
    </p:spTree>
    <p:extLst>
      <p:ext uri="{BB962C8B-B14F-4D97-AF65-F5344CB8AC3E}">
        <p14:creationId xmlns:p14="http://schemas.microsoft.com/office/powerpoint/2010/main" val="1070781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4" name="Rectangle 2"/>
          <p:cNvSpPr>
            <a:spLocks noChangeArrowheads="1"/>
          </p:cNvSpPr>
          <p:nvPr/>
        </p:nvSpPr>
        <p:spPr bwMode="auto">
          <a:xfrm>
            <a:off x="3222760" y="1484784"/>
            <a:ext cx="6025881" cy="468312"/>
          </a:xfrm>
          <a:prstGeom prst="rect">
            <a:avLst/>
          </a:prstGeom>
          <a:noFill/>
          <a:ln w="9525">
            <a:noFill/>
            <a:miter lim="800000"/>
            <a:headEnd/>
            <a:tailEnd/>
          </a:ln>
        </p:spPr>
        <p:txBody>
          <a:bodyPr anchor="ctr"/>
          <a:lstStyle/>
          <a:p>
            <a:pPr algn="ctr" eaLnBrk="1" hangingPunct="1"/>
            <a:r>
              <a:rPr lang="es-MX" sz="3600" b="1" dirty="0"/>
              <a:t>Proceso de Diseño</a:t>
            </a:r>
            <a:endParaRPr lang="es-ES" sz="3600" b="1" dirty="0"/>
          </a:p>
        </p:txBody>
      </p:sp>
      <p:sp>
        <p:nvSpPr>
          <p:cNvPr id="177155" name="Text Box 3"/>
          <p:cNvSpPr txBox="1">
            <a:spLocks noChangeArrowheads="1"/>
          </p:cNvSpPr>
          <p:nvPr/>
        </p:nvSpPr>
        <p:spPr bwMode="auto">
          <a:xfrm>
            <a:off x="1880558" y="2708920"/>
            <a:ext cx="8764438" cy="1816100"/>
          </a:xfrm>
          <a:prstGeom prst="rect">
            <a:avLst/>
          </a:prstGeom>
          <a:noFill/>
          <a:ln w="9525">
            <a:noFill/>
            <a:miter lim="800000"/>
            <a:headEnd/>
            <a:tailEnd/>
          </a:ln>
        </p:spPr>
        <p:txBody>
          <a:bodyPr wrap="square">
            <a:spAutoFit/>
          </a:bodyPr>
          <a:lstStyle/>
          <a:p>
            <a:pPr algn="just" eaLnBrk="1" hangingPunct="1">
              <a:spcBef>
                <a:spcPct val="50000"/>
              </a:spcBef>
            </a:pPr>
            <a:r>
              <a:rPr lang="es-MX" sz="2800" dirty="0"/>
              <a:t>Los planes formulados en un proceso de diseño pueden propiciar la creación de algo que tiene realidad física, lo cual se denomina </a:t>
            </a:r>
            <a:r>
              <a:rPr lang="es-MX" sz="2800" b="1" i="1" dirty="0"/>
              <a:t>máquina o sistema técnico.</a:t>
            </a:r>
            <a:endParaRPr lang="es-ES" sz="2800" b="1" i="1" dirty="0"/>
          </a:p>
        </p:txBody>
      </p:sp>
    </p:spTree>
    <p:extLst>
      <p:ext uri="{BB962C8B-B14F-4D97-AF65-F5344CB8AC3E}">
        <p14:creationId xmlns:p14="http://schemas.microsoft.com/office/powerpoint/2010/main" val="2359457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2095499" y="980729"/>
            <a:ext cx="7777163" cy="936625"/>
          </a:xfrm>
          <a:prstGeom prst="rect">
            <a:avLst/>
          </a:prstGeom>
          <a:noFill/>
          <a:ln w="9525">
            <a:noFill/>
            <a:miter lim="800000"/>
            <a:headEnd/>
            <a:tailEnd/>
          </a:ln>
        </p:spPr>
        <p:txBody>
          <a:bodyPr anchor="ctr"/>
          <a:lstStyle/>
          <a:p>
            <a:pPr algn="ctr" eaLnBrk="1" hangingPunct="1"/>
            <a:r>
              <a:rPr lang="es-MX" sz="3600" b="1" dirty="0"/>
              <a:t>Proceso de Diseño</a:t>
            </a:r>
            <a:endParaRPr lang="es-ES" sz="3600" b="1" dirty="0"/>
          </a:p>
        </p:txBody>
      </p:sp>
      <p:sp>
        <p:nvSpPr>
          <p:cNvPr id="178179" name="Text Box 3"/>
          <p:cNvSpPr txBox="1">
            <a:spLocks noChangeArrowheads="1"/>
          </p:cNvSpPr>
          <p:nvPr/>
        </p:nvSpPr>
        <p:spPr bwMode="auto">
          <a:xfrm>
            <a:off x="1492370" y="2132857"/>
            <a:ext cx="9031856" cy="3540125"/>
          </a:xfrm>
          <a:prstGeom prst="rect">
            <a:avLst/>
          </a:prstGeom>
          <a:noFill/>
          <a:ln w="9525">
            <a:noFill/>
            <a:miter lim="800000"/>
            <a:headEnd/>
            <a:tailEnd/>
          </a:ln>
        </p:spPr>
        <p:txBody>
          <a:bodyPr wrap="square">
            <a:spAutoFit/>
          </a:bodyPr>
          <a:lstStyle/>
          <a:p>
            <a:pPr algn="just" eaLnBrk="1" hangingPunct="1">
              <a:spcBef>
                <a:spcPct val="50000"/>
              </a:spcBef>
              <a:defRPr/>
            </a:pPr>
            <a:r>
              <a:rPr lang="es-MX" sz="2800" dirty="0"/>
              <a:t>Los resultados del proceso de diseño son decisiones con respecto a:</a:t>
            </a:r>
          </a:p>
          <a:p>
            <a:pPr marL="180975" indent="-180975" algn="just">
              <a:spcBef>
                <a:spcPct val="50000"/>
              </a:spcBef>
              <a:buFontTx/>
              <a:buChar char="•"/>
              <a:defRPr/>
            </a:pPr>
            <a:r>
              <a:rPr lang="es-MX" sz="2800" dirty="0"/>
              <a:t> Los componentes y su conectividad.</a:t>
            </a:r>
          </a:p>
          <a:p>
            <a:pPr marL="180975" indent="-180975" algn="just">
              <a:spcBef>
                <a:spcPct val="50000"/>
              </a:spcBef>
              <a:buFontTx/>
              <a:buChar char="•"/>
              <a:defRPr/>
            </a:pPr>
            <a:r>
              <a:rPr lang="es-MX" sz="2800" dirty="0"/>
              <a:t> Geometría.</a:t>
            </a:r>
          </a:p>
          <a:p>
            <a:pPr marL="180975" indent="-180975" algn="just">
              <a:spcBef>
                <a:spcPct val="50000"/>
              </a:spcBef>
              <a:buFontTx/>
              <a:buChar char="•"/>
              <a:defRPr/>
            </a:pPr>
            <a:r>
              <a:rPr lang="es-MX" sz="2800" dirty="0"/>
              <a:t> Procesos de formado y </a:t>
            </a:r>
          </a:p>
          <a:p>
            <a:pPr marL="180975" indent="-180975" algn="just">
              <a:spcBef>
                <a:spcPct val="50000"/>
              </a:spcBef>
              <a:buFontTx/>
              <a:buChar char="•"/>
              <a:defRPr/>
            </a:pPr>
            <a:r>
              <a:rPr lang="es-MX" sz="2800" dirty="0"/>
              <a:t> Tratamientos termo mecánicos.</a:t>
            </a:r>
            <a:endParaRPr lang="es-ES" sz="2800" b="1" i="1" dirty="0"/>
          </a:p>
        </p:txBody>
      </p:sp>
    </p:spTree>
    <p:extLst>
      <p:ext uri="{BB962C8B-B14F-4D97-AF65-F5344CB8AC3E}">
        <p14:creationId xmlns:p14="http://schemas.microsoft.com/office/powerpoint/2010/main" val="1099599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12"/>
          <p:cNvSpPr>
            <a:spLocks noChangeArrowheads="1"/>
          </p:cNvSpPr>
          <p:nvPr/>
        </p:nvSpPr>
        <p:spPr bwMode="auto">
          <a:xfrm>
            <a:off x="2198688" y="764705"/>
            <a:ext cx="7777162" cy="720725"/>
          </a:xfrm>
          <a:prstGeom prst="rect">
            <a:avLst/>
          </a:prstGeom>
          <a:noFill/>
          <a:ln w="9525">
            <a:noFill/>
            <a:miter lim="800000"/>
            <a:headEnd/>
            <a:tailEnd/>
          </a:ln>
        </p:spPr>
        <p:txBody>
          <a:bodyPr anchor="ctr"/>
          <a:lstStyle/>
          <a:p>
            <a:pPr algn="ctr" eaLnBrk="1" hangingPunct="1"/>
            <a:r>
              <a:rPr lang="es-MX" sz="3600" b="1" dirty="0"/>
              <a:t>Proceso de Diseño</a:t>
            </a:r>
            <a:endParaRPr lang="es-ES" sz="3600" b="1" dirty="0"/>
          </a:p>
        </p:txBody>
      </p:sp>
      <p:pic>
        <p:nvPicPr>
          <p:cNvPr id="179203" name="Picture 12"/>
          <p:cNvPicPr>
            <a:picLocks noChangeAspect="1" noChangeArrowheads="1"/>
          </p:cNvPicPr>
          <p:nvPr/>
        </p:nvPicPr>
        <p:blipFill>
          <a:blip r:embed="rId2"/>
          <a:srcRect/>
          <a:stretch>
            <a:fillRect/>
          </a:stretch>
        </p:blipFill>
        <p:spPr bwMode="auto">
          <a:xfrm>
            <a:off x="2571527" y="1628801"/>
            <a:ext cx="6972300" cy="4105275"/>
          </a:xfrm>
          <a:prstGeom prst="rect">
            <a:avLst/>
          </a:prstGeom>
          <a:noFill/>
          <a:ln w="9525">
            <a:noFill/>
            <a:miter lim="800000"/>
            <a:headEnd/>
            <a:tailEnd/>
          </a:ln>
        </p:spPr>
      </p:pic>
    </p:spTree>
    <p:extLst>
      <p:ext uri="{BB962C8B-B14F-4D97-AF65-F5344CB8AC3E}">
        <p14:creationId xmlns:p14="http://schemas.microsoft.com/office/powerpoint/2010/main" val="1958979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ChangeArrowheads="1"/>
          </p:cNvSpPr>
          <p:nvPr/>
        </p:nvSpPr>
        <p:spPr bwMode="auto">
          <a:xfrm>
            <a:off x="2747963" y="200026"/>
            <a:ext cx="6913562" cy="360363"/>
          </a:xfrm>
          <a:prstGeom prst="rect">
            <a:avLst/>
          </a:prstGeom>
          <a:noFill/>
          <a:ln w="9525">
            <a:noFill/>
            <a:miter lim="800000"/>
            <a:headEnd/>
            <a:tailEnd/>
          </a:ln>
        </p:spPr>
        <p:txBody>
          <a:bodyPr anchor="ctr"/>
          <a:lstStyle/>
          <a:p>
            <a:pPr algn="ctr" eaLnBrk="1" hangingPunct="1"/>
            <a:r>
              <a:rPr lang="es-MX" sz="2800" b="1"/>
              <a:t>Proceso de diseño. Etapas o fases</a:t>
            </a:r>
            <a:endParaRPr lang="es-ES" sz="2800" b="1"/>
          </a:p>
        </p:txBody>
      </p:sp>
      <p:grpSp>
        <p:nvGrpSpPr>
          <p:cNvPr id="181251" name="30 Grupo"/>
          <p:cNvGrpSpPr>
            <a:grpSpLocks/>
          </p:cNvGrpSpPr>
          <p:nvPr/>
        </p:nvGrpSpPr>
        <p:grpSpPr bwMode="auto">
          <a:xfrm>
            <a:off x="3072607" y="1276660"/>
            <a:ext cx="6408737" cy="4967287"/>
            <a:chOff x="2484438" y="1700213"/>
            <a:chExt cx="6408737" cy="4967287"/>
          </a:xfrm>
        </p:grpSpPr>
        <p:grpSp>
          <p:nvGrpSpPr>
            <p:cNvPr id="181252" name="Group 68"/>
            <p:cNvGrpSpPr>
              <a:grpSpLocks/>
            </p:cNvGrpSpPr>
            <p:nvPr/>
          </p:nvGrpSpPr>
          <p:grpSpPr bwMode="auto">
            <a:xfrm>
              <a:off x="2484438" y="1700213"/>
              <a:ext cx="3455988" cy="4967287"/>
              <a:chOff x="1565" y="1076"/>
              <a:chExt cx="2177" cy="3129"/>
            </a:xfrm>
          </p:grpSpPr>
          <p:sp>
            <p:nvSpPr>
              <p:cNvPr id="181255" name="Line 4"/>
              <p:cNvSpPr>
                <a:spLocks noChangeShapeType="1"/>
              </p:cNvSpPr>
              <p:nvPr/>
            </p:nvSpPr>
            <p:spPr bwMode="auto">
              <a:xfrm flipH="1">
                <a:off x="1927" y="2936"/>
                <a:ext cx="454" cy="0"/>
              </a:xfrm>
              <a:prstGeom prst="line">
                <a:avLst/>
              </a:prstGeom>
              <a:noFill/>
              <a:ln w="57150">
                <a:solidFill>
                  <a:srgbClr val="37829E"/>
                </a:solidFill>
                <a:round/>
                <a:headEnd/>
                <a:tailEnd type="triangle" w="med" len="med"/>
              </a:ln>
            </p:spPr>
            <p:txBody>
              <a:bodyPr/>
              <a:lstStyle/>
              <a:p>
                <a:endParaRPr lang="es-ES"/>
              </a:p>
            </p:txBody>
          </p:sp>
          <p:sp>
            <p:nvSpPr>
              <p:cNvPr id="181256" name="Line 10"/>
              <p:cNvSpPr>
                <a:spLocks noChangeShapeType="1"/>
              </p:cNvSpPr>
              <p:nvPr/>
            </p:nvSpPr>
            <p:spPr bwMode="auto">
              <a:xfrm>
                <a:off x="1927" y="1258"/>
                <a:ext cx="454" cy="0"/>
              </a:xfrm>
              <a:prstGeom prst="line">
                <a:avLst/>
              </a:prstGeom>
              <a:noFill/>
              <a:ln w="57150">
                <a:solidFill>
                  <a:srgbClr val="37829E"/>
                </a:solidFill>
                <a:round/>
                <a:headEnd/>
                <a:tailEnd type="triangle" w="med" len="med"/>
              </a:ln>
            </p:spPr>
            <p:txBody>
              <a:bodyPr/>
              <a:lstStyle/>
              <a:p>
                <a:endParaRPr lang="es-ES"/>
              </a:p>
            </p:txBody>
          </p:sp>
          <p:sp>
            <p:nvSpPr>
              <p:cNvPr id="181257" name="Line 12"/>
              <p:cNvSpPr>
                <a:spLocks noChangeShapeType="1"/>
              </p:cNvSpPr>
              <p:nvPr/>
            </p:nvSpPr>
            <p:spPr bwMode="auto">
              <a:xfrm>
                <a:off x="3016" y="1485"/>
                <a:ext cx="0" cy="226"/>
              </a:xfrm>
              <a:prstGeom prst="line">
                <a:avLst/>
              </a:prstGeom>
              <a:noFill/>
              <a:ln w="57150">
                <a:solidFill>
                  <a:srgbClr val="37829E"/>
                </a:solidFill>
                <a:round/>
                <a:headEnd/>
                <a:tailEnd type="triangle" w="med" len="med"/>
              </a:ln>
            </p:spPr>
            <p:txBody>
              <a:bodyPr/>
              <a:lstStyle/>
              <a:p>
                <a:endParaRPr lang="es-ES"/>
              </a:p>
            </p:txBody>
          </p:sp>
          <p:sp>
            <p:nvSpPr>
              <p:cNvPr id="181258" name="Text Box 16"/>
              <p:cNvSpPr txBox="1">
                <a:spLocks noChangeArrowheads="1"/>
              </p:cNvSpPr>
              <p:nvPr/>
            </p:nvSpPr>
            <p:spPr bwMode="auto">
              <a:xfrm>
                <a:off x="2381" y="1076"/>
                <a:ext cx="1361" cy="404"/>
              </a:xfrm>
              <a:prstGeom prst="rect">
                <a:avLst/>
              </a:prstGeom>
              <a:gradFill rotWithShape="1">
                <a:gsLst>
                  <a:gs pos="0">
                    <a:srgbClr val="767600"/>
                  </a:gs>
                  <a:gs pos="50000">
                    <a:srgbClr val="FFFF00"/>
                  </a:gs>
                  <a:gs pos="100000">
                    <a:srgbClr val="767600"/>
                  </a:gs>
                </a:gsLst>
                <a:lin ang="5400000" scaled="1"/>
              </a:gradFill>
              <a:ln w="9525">
                <a:noFill/>
                <a:miter lim="800000"/>
                <a:headEnd/>
                <a:tailEnd/>
              </a:ln>
            </p:spPr>
            <p:txBody>
              <a:bodyPr>
                <a:spAutoFit/>
              </a:bodyPr>
              <a:lstStyle/>
              <a:p>
                <a:pPr eaLnBrk="1" hangingPunct="1">
                  <a:spcBef>
                    <a:spcPct val="50000"/>
                  </a:spcBef>
                </a:pPr>
                <a:r>
                  <a:rPr lang="es-MX" b="1">
                    <a:solidFill>
                      <a:srgbClr val="37829E"/>
                    </a:solidFill>
                  </a:rPr>
                  <a:t>Reconocimiento de la necesidad</a:t>
                </a:r>
                <a:endParaRPr lang="es-ES" b="1">
                  <a:solidFill>
                    <a:srgbClr val="37829E"/>
                  </a:solidFill>
                </a:endParaRPr>
              </a:p>
            </p:txBody>
          </p:sp>
          <p:sp>
            <p:nvSpPr>
              <p:cNvPr id="181259" name="Text Box 17"/>
              <p:cNvSpPr txBox="1">
                <a:spLocks noChangeArrowheads="1"/>
              </p:cNvSpPr>
              <p:nvPr/>
            </p:nvSpPr>
            <p:spPr bwMode="auto">
              <a:xfrm>
                <a:off x="2381" y="1706"/>
                <a:ext cx="1361" cy="404"/>
              </a:xfrm>
              <a:prstGeom prst="rect">
                <a:avLst/>
              </a:prstGeom>
              <a:gradFill rotWithShape="1">
                <a:gsLst>
                  <a:gs pos="0">
                    <a:srgbClr val="767600"/>
                  </a:gs>
                  <a:gs pos="50000">
                    <a:srgbClr val="FFFF00"/>
                  </a:gs>
                  <a:gs pos="100000">
                    <a:srgbClr val="767600"/>
                  </a:gs>
                </a:gsLst>
                <a:lin ang="5400000" scaled="1"/>
              </a:gradFill>
              <a:ln w="9525">
                <a:noFill/>
                <a:miter lim="800000"/>
                <a:headEnd/>
                <a:tailEnd/>
              </a:ln>
            </p:spPr>
            <p:txBody>
              <a:bodyPr>
                <a:spAutoFit/>
              </a:bodyPr>
              <a:lstStyle/>
              <a:p>
                <a:pPr eaLnBrk="1" hangingPunct="1">
                  <a:spcBef>
                    <a:spcPct val="50000"/>
                  </a:spcBef>
                </a:pPr>
                <a:r>
                  <a:rPr lang="es-MX" b="1">
                    <a:solidFill>
                      <a:srgbClr val="37829E"/>
                    </a:solidFill>
                  </a:rPr>
                  <a:t>Definición del problema</a:t>
                </a:r>
                <a:endParaRPr lang="es-ES" b="1">
                  <a:solidFill>
                    <a:srgbClr val="37829E"/>
                  </a:solidFill>
                </a:endParaRPr>
              </a:p>
            </p:txBody>
          </p:sp>
          <p:sp>
            <p:nvSpPr>
              <p:cNvPr id="181260" name="Text Box 18"/>
              <p:cNvSpPr txBox="1">
                <a:spLocks noChangeArrowheads="1"/>
              </p:cNvSpPr>
              <p:nvPr/>
            </p:nvSpPr>
            <p:spPr bwMode="auto">
              <a:xfrm>
                <a:off x="2381" y="2341"/>
                <a:ext cx="1361" cy="231"/>
              </a:xfrm>
              <a:prstGeom prst="rect">
                <a:avLst/>
              </a:prstGeom>
              <a:gradFill rotWithShape="1">
                <a:gsLst>
                  <a:gs pos="0">
                    <a:srgbClr val="767600"/>
                  </a:gs>
                  <a:gs pos="50000">
                    <a:srgbClr val="FFFF00"/>
                  </a:gs>
                  <a:gs pos="100000">
                    <a:srgbClr val="767600"/>
                  </a:gs>
                </a:gsLst>
                <a:lin ang="5400000" scaled="1"/>
              </a:gradFill>
              <a:ln w="9525">
                <a:noFill/>
                <a:miter lim="800000"/>
                <a:headEnd/>
                <a:tailEnd/>
              </a:ln>
            </p:spPr>
            <p:txBody>
              <a:bodyPr>
                <a:spAutoFit/>
              </a:bodyPr>
              <a:lstStyle/>
              <a:p>
                <a:pPr eaLnBrk="1" hangingPunct="1">
                  <a:spcBef>
                    <a:spcPct val="50000"/>
                  </a:spcBef>
                </a:pPr>
                <a:r>
                  <a:rPr lang="es-MX" b="1">
                    <a:solidFill>
                      <a:srgbClr val="37829E"/>
                    </a:solidFill>
                  </a:rPr>
                  <a:t>Síntesis</a:t>
                </a:r>
                <a:endParaRPr lang="es-ES" b="1">
                  <a:solidFill>
                    <a:srgbClr val="37829E"/>
                  </a:solidFill>
                </a:endParaRPr>
              </a:p>
            </p:txBody>
          </p:sp>
          <p:sp>
            <p:nvSpPr>
              <p:cNvPr id="181261" name="Text Box 19"/>
              <p:cNvSpPr txBox="1">
                <a:spLocks noChangeArrowheads="1"/>
              </p:cNvSpPr>
              <p:nvPr/>
            </p:nvSpPr>
            <p:spPr bwMode="auto">
              <a:xfrm>
                <a:off x="2381" y="2795"/>
                <a:ext cx="1361" cy="404"/>
              </a:xfrm>
              <a:prstGeom prst="rect">
                <a:avLst/>
              </a:prstGeom>
              <a:gradFill rotWithShape="1">
                <a:gsLst>
                  <a:gs pos="0">
                    <a:srgbClr val="767600"/>
                  </a:gs>
                  <a:gs pos="50000">
                    <a:srgbClr val="FFFF00"/>
                  </a:gs>
                  <a:gs pos="100000">
                    <a:srgbClr val="767600"/>
                  </a:gs>
                </a:gsLst>
                <a:lin ang="5400000" scaled="1"/>
              </a:gradFill>
              <a:ln w="9525">
                <a:noFill/>
                <a:miter lim="800000"/>
                <a:headEnd/>
                <a:tailEnd/>
              </a:ln>
            </p:spPr>
            <p:txBody>
              <a:bodyPr>
                <a:spAutoFit/>
              </a:bodyPr>
              <a:lstStyle/>
              <a:p>
                <a:pPr eaLnBrk="1" hangingPunct="1">
                  <a:spcBef>
                    <a:spcPct val="50000"/>
                  </a:spcBef>
                </a:pPr>
                <a:r>
                  <a:rPr lang="es-MX" b="1">
                    <a:solidFill>
                      <a:srgbClr val="37829E"/>
                    </a:solidFill>
                  </a:rPr>
                  <a:t>Análisis y optimización</a:t>
                </a:r>
                <a:endParaRPr lang="es-ES" b="1">
                  <a:solidFill>
                    <a:srgbClr val="37829E"/>
                  </a:solidFill>
                </a:endParaRPr>
              </a:p>
            </p:txBody>
          </p:sp>
          <p:sp>
            <p:nvSpPr>
              <p:cNvPr id="181262" name="Text Box 20"/>
              <p:cNvSpPr txBox="1">
                <a:spLocks noChangeArrowheads="1"/>
              </p:cNvSpPr>
              <p:nvPr/>
            </p:nvSpPr>
            <p:spPr bwMode="auto">
              <a:xfrm>
                <a:off x="2381" y="3430"/>
                <a:ext cx="1361" cy="231"/>
              </a:xfrm>
              <a:prstGeom prst="rect">
                <a:avLst/>
              </a:prstGeom>
              <a:gradFill rotWithShape="1">
                <a:gsLst>
                  <a:gs pos="0">
                    <a:srgbClr val="767600"/>
                  </a:gs>
                  <a:gs pos="50000">
                    <a:srgbClr val="FFFF00"/>
                  </a:gs>
                  <a:gs pos="100000">
                    <a:srgbClr val="767600"/>
                  </a:gs>
                </a:gsLst>
                <a:lin ang="5400000" scaled="1"/>
              </a:gradFill>
              <a:ln w="9525">
                <a:noFill/>
                <a:miter lim="800000"/>
                <a:headEnd/>
                <a:tailEnd/>
              </a:ln>
            </p:spPr>
            <p:txBody>
              <a:bodyPr>
                <a:spAutoFit/>
              </a:bodyPr>
              <a:lstStyle/>
              <a:p>
                <a:pPr eaLnBrk="1" hangingPunct="1">
                  <a:spcBef>
                    <a:spcPct val="50000"/>
                  </a:spcBef>
                </a:pPr>
                <a:r>
                  <a:rPr lang="es-MX" b="1">
                    <a:solidFill>
                      <a:srgbClr val="37829E"/>
                    </a:solidFill>
                  </a:rPr>
                  <a:t>Evaluación</a:t>
                </a:r>
                <a:endParaRPr lang="es-ES" b="1">
                  <a:solidFill>
                    <a:srgbClr val="37829E"/>
                  </a:solidFill>
                </a:endParaRPr>
              </a:p>
            </p:txBody>
          </p:sp>
          <p:sp>
            <p:nvSpPr>
              <p:cNvPr id="181263" name="Text Box 21"/>
              <p:cNvSpPr txBox="1">
                <a:spLocks noChangeArrowheads="1"/>
              </p:cNvSpPr>
              <p:nvPr/>
            </p:nvSpPr>
            <p:spPr bwMode="auto">
              <a:xfrm>
                <a:off x="2381" y="3974"/>
                <a:ext cx="1361" cy="231"/>
              </a:xfrm>
              <a:prstGeom prst="rect">
                <a:avLst/>
              </a:prstGeom>
              <a:gradFill rotWithShape="1">
                <a:gsLst>
                  <a:gs pos="0">
                    <a:srgbClr val="767600"/>
                  </a:gs>
                  <a:gs pos="50000">
                    <a:srgbClr val="FFFF00"/>
                  </a:gs>
                  <a:gs pos="100000">
                    <a:srgbClr val="767600"/>
                  </a:gs>
                </a:gsLst>
                <a:lin ang="5400000" scaled="1"/>
              </a:gradFill>
              <a:ln w="9525">
                <a:noFill/>
                <a:miter lim="800000"/>
                <a:headEnd/>
                <a:tailEnd/>
              </a:ln>
            </p:spPr>
            <p:txBody>
              <a:bodyPr>
                <a:spAutoFit/>
              </a:bodyPr>
              <a:lstStyle/>
              <a:p>
                <a:pPr eaLnBrk="1" hangingPunct="1">
                  <a:spcBef>
                    <a:spcPct val="50000"/>
                  </a:spcBef>
                </a:pPr>
                <a:r>
                  <a:rPr lang="es-MX" b="1">
                    <a:solidFill>
                      <a:srgbClr val="37829E"/>
                    </a:solidFill>
                  </a:rPr>
                  <a:t>Presentación</a:t>
                </a:r>
                <a:endParaRPr lang="es-ES" b="1">
                  <a:solidFill>
                    <a:srgbClr val="37829E"/>
                  </a:solidFill>
                </a:endParaRPr>
              </a:p>
            </p:txBody>
          </p:sp>
          <p:sp>
            <p:nvSpPr>
              <p:cNvPr id="181264" name="Text Box 22"/>
              <p:cNvSpPr txBox="1">
                <a:spLocks noChangeArrowheads="1"/>
              </p:cNvSpPr>
              <p:nvPr/>
            </p:nvSpPr>
            <p:spPr bwMode="auto">
              <a:xfrm>
                <a:off x="1565" y="3773"/>
                <a:ext cx="880" cy="233"/>
              </a:xfrm>
              <a:prstGeom prst="rect">
                <a:avLst/>
              </a:prstGeom>
              <a:noFill/>
              <a:ln w="9525">
                <a:noFill/>
                <a:miter lim="800000"/>
                <a:headEnd/>
                <a:tailEnd/>
              </a:ln>
            </p:spPr>
            <p:txBody>
              <a:bodyPr wrap="square">
                <a:spAutoFit/>
              </a:bodyPr>
              <a:lstStyle/>
              <a:p>
                <a:pPr eaLnBrk="1" hangingPunct="1">
                  <a:spcBef>
                    <a:spcPct val="50000"/>
                  </a:spcBef>
                </a:pPr>
                <a:r>
                  <a:rPr lang="es-MX" b="1" dirty="0">
                    <a:solidFill>
                      <a:srgbClr val="37829E"/>
                    </a:solidFill>
                  </a:rPr>
                  <a:t>Iteración</a:t>
                </a:r>
                <a:endParaRPr lang="es-ES" b="1" dirty="0">
                  <a:solidFill>
                    <a:srgbClr val="37829E"/>
                  </a:solidFill>
                </a:endParaRPr>
              </a:p>
            </p:txBody>
          </p:sp>
          <p:sp>
            <p:nvSpPr>
              <p:cNvPr id="181265" name="Line 24"/>
              <p:cNvSpPr>
                <a:spLocks noChangeShapeType="1"/>
              </p:cNvSpPr>
              <p:nvPr/>
            </p:nvSpPr>
            <p:spPr bwMode="auto">
              <a:xfrm>
                <a:off x="3016" y="2120"/>
                <a:ext cx="0" cy="226"/>
              </a:xfrm>
              <a:prstGeom prst="line">
                <a:avLst/>
              </a:prstGeom>
              <a:noFill/>
              <a:ln w="57150">
                <a:solidFill>
                  <a:srgbClr val="37829E"/>
                </a:solidFill>
                <a:round/>
                <a:headEnd/>
                <a:tailEnd type="triangle" w="med" len="med"/>
              </a:ln>
            </p:spPr>
            <p:txBody>
              <a:bodyPr/>
              <a:lstStyle/>
              <a:p>
                <a:endParaRPr lang="es-ES"/>
              </a:p>
            </p:txBody>
          </p:sp>
          <p:sp>
            <p:nvSpPr>
              <p:cNvPr id="181266" name="Line 25"/>
              <p:cNvSpPr>
                <a:spLocks noChangeShapeType="1"/>
              </p:cNvSpPr>
              <p:nvPr/>
            </p:nvSpPr>
            <p:spPr bwMode="auto">
              <a:xfrm>
                <a:off x="3016" y="2573"/>
                <a:ext cx="0" cy="226"/>
              </a:xfrm>
              <a:prstGeom prst="line">
                <a:avLst/>
              </a:prstGeom>
              <a:noFill/>
              <a:ln w="57150">
                <a:solidFill>
                  <a:srgbClr val="37829E"/>
                </a:solidFill>
                <a:round/>
                <a:headEnd/>
                <a:tailEnd type="triangle" w="med" len="med"/>
              </a:ln>
            </p:spPr>
            <p:txBody>
              <a:bodyPr/>
              <a:lstStyle/>
              <a:p>
                <a:endParaRPr lang="es-ES"/>
              </a:p>
            </p:txBody>
          </p:sp>
          <p:sp>
            <p:nvSpPr>
              <p:cNvPr id="181267" name="Line 26"/>
              <p:cNvSpPr>
                <a:spLocks noChangeShapeType="1"/>
              </p:cNvSpPr>
              <p:nvPr/>
            </p:nvSpPr>
            <p:spPr bwMode="auto">
              <a:xfrm>
                <a:off x="3016" y="3208"/>
                <a:ext cx="0" cy="226"/>
              </a:xfrm>
              <a:prstGeom prst="line">
                <a:avLst/>
              </a:prstGeom>
              <a:noFill/>
              <a:ln w="57150">
                <a:solidFill>
                  <a:srgbClr val="37829E"/>
                </a:solidFill>
                <a:round/>
                <a:headEnd/>
                <a:tailEnd type="triangle" w="med" len="med"/>
              </a:ln>
            </p:spPr>
            <p:txBody>
              <a:bodyPr/>
              <a:lstStyle/>
              <a:p>
                <a:endParaRPr lang="es-ES"/>
              </a:p>
            </p:txBody>
          </p:sp>
          <p:sp>
            <p:nvSpPr>
              <p:cNvPr id="181268" name="Line 27"/>
              <p:cNvSpPr>
                <a:spLocks noChangeShapeType="1"/>
              </p:cNvSpPr>
              <p:nvPr/>
            </p:nvSpPr>
            <p:spPr bwMode="auto">
              <a:xfrm>
                <a:off x="3016" y="3662"/>
                <a:ext cx="0" cy="317"/>
              </a:xfrm>
              <a:prstGeom prst="line">
                <a:avLst/>
              </a:prstGeom>
              <a:noFill/>
              <a:ln w="57150">
                <a:solidFill>
                  <a:srgbClr val="37829E"/>
                </a:solidFill>
                <a:round/>
                <a:headEnd/>
                <a:tailEnd type="triangle" w="med" len="med"/>
              </a:ln>
            </p:spPr>
            <p:txBody>
              <a:bodyPr/>
              <a:lstStyle/>
              <a:p>
                <a:endParaRPr lang="es-ES"/>
              </a:p>
            </p:txBody>
          </p:sp>
          <p:sp>
            <p:nvSpPr>
              <p:cNvPr id="181269" name="Line 34"/>
              <p:cNvSpPr>
                <a:spLocks noChangeShapeType="1"/>
              </p:cNvSpPr>
              <p:nvPr/>
            </p:nvSpPr>
            <p:spPr bwMode="auto">
              <a:xfrm>
                <a:off x="1927" y="2029"/>
                <a:ext cx="454" cy="0"/>
              </a:xfrm>
              <a:prstGeom prst="line">
                <a:avLst/>
              </a:prstGeom>
              <a:noFill/>
              <a:ln w="57150">
                <a:solidFill>
                  <a:srgbClr val="37829E"/>
                </a:solidFill>
                <a:round/>
                <a:headEnd/>
                <a:tailEnd type="triangle" w="med" len="med"/>
              </a:ln>
            </p:spPr>
            <p:txBody>
              <a:bodyPr/>
              <a:lstStyle/>
              <a:p>
                <a:endParaRPr lang="es-ES"/>
              </a:p>
            </p:txBody>
          </p:sp>
          <p:sp>
            <p:nvSpPr>
              <p:cNvPr id="181270" name="Line 37"/>
              <p:cNvSpPr>
                <a:spLocks noChangeShapeType="1"/>
              </p:cNvSpPr>
              <p:nvPr/>
            </p:nvSpPr>
            <p:spPr bwMode="auto">
              <a:xfrm>
                <a:off x="1927" y="3118"/>
                <a:ext cx="454" cy="0"/>
              </a:xfrm>
              <a:prstGeom prst="line">
                <a:avLst/>
              </a:prstGeom>
              <a:noFill/>
              <a:ln w="57150">
                <a:solidFill>
                  <a:srgbClr val="37829E"/>
                </a:solidFill>
                <a:round/>
                <a:headEnd/>
                <a:tailEnd type="triangle" w="med" len="med"/>
              </a:ln>
            </p:spPr>
            <p:txBody>
              <a:bodyPr/>
              <a:lstStyle/>
              <a:p>
                <a:endParaRPr lang="es-ES"/>
              </a:p>
            </p:txBody>
          </p:sp>
          <p:sp>
            <p:nvSpPr>
              <p:cNvPr id="181271" name="Line 38"/>
              <p:cNvSpPr>
                <a:spLocks noChangeShapeType="1"/>
              </p:cNvSpPr>
              <p:nvPr/>
            </p:nvSpPr>
            <p:spPr bwMode="auto">
              <a:xfrm flipH="1">
                <a:off x="1927" y="2392"/>
                <a:ext cx="454" cy="0"/>
              </a:xfrm>
              <a:prstGeom prst="line">
                <a:avLst/>
              </a:prstGeom>
              <a:noFill/>
              <a:ln w="57150">
                <a:solidFill>
                  <a:srgbClr val="37829E"/>
                </a:solidFill>
                <a:round/>
                <a:headEnd/>
                <a:tailEnd type="triangle" w="med" len="med"/>
              </a:ln>
            </p:spPr>
            <p:txBody>
              <a:bodyPr/>
              <a:lstStyle/>
              <a:p>
                <a:endParaRPr lang="es-ES"/>
              </a:p>
            </p:txBody>
          </p:sp>
          <p:sp>
            <p:nvSpPr>
              <p:cNvPr id="181272" name="Line 39"/>
              <p:cNvSpPr>
                <a:spLocks noChangeShapeType="1"/>
              </p:cNvSpPr>
              <p:nvPr/>
            </p:nvSpPr>
            <p:spPr bwMode="auto">
              <a:xfrm flipH="1">
                <a:off x="1927" y="1847"/>
                <a:ext cx="454" cy="0"/>
              </a:xfrm>
              <a:prstGeom prst="line">
                <a:avLst/>
              </a:prstGeom>
              <a:noFill/>
              <a:ln w="57150">
                <a:solidFill>
                  <a:srgbClr val="37829E"/>
                </a:solidFill>
                <a:round/>
                <a:headEnd/>
                <a:tailEnd type="triangle" w="med" len="med"/>
              </a:ln>
            </p:spPr>
            <p:txBody>
              <a:bodyPr/>
              <a:lstStyle/>
              <a:p>
                <a:endParaRPr lang="es-ES"/>
              </a:p>
            </p:txBody>
          </p:sp>
          <p:sp>
            <p:nvSpPr>
              <p:cNvPr id="181273" name="Line 40"/>
              <p:cNvSpPr>
                <a:spLocks noChangeShapeType="1"/>
              </p:cNvSpPr>
              <p:nvPr/>
            </p:nvSpPr>
            <p:spPr bwMode="auto">
              <a:xfrm>
                <a:off x="1927" y="2528"/>
                <a:ext cx="454" cy="0"/>
              </a:xfrm>
              <a:prstGeom prst="line">
                <a:avLst/>
              </a:prstGeom>
              <a:noFill/>
              <a:ln w="57150">
                <a:solidFill>
                  <a:srgbClr val="37829E"/>
                </a:solidFill>
                <a:round/>
                <a:headEnd/>
                <a:tailEnd type="triangle" w="med" len="med"/>
              </a:ln>
            </p:spPr>
            <p:txBody>
              <a:bodyPr/>
              <a:lstStyle/>
              <a:p>
                <a:endParaRPr lang="es-ES"/>
              </a:p>
            </p:txBody>
          </p:sp>
          <p:sp>
            <p:nvSpPr>
              <p:cNvPr id="181274" name="Line 41"/>
              <p:cNvSpPr>
                <a:spLocks noChangeShapeType="1"/>
              </p:cNvSpPr>
              <p:nvPr/>
            </p:nvSpPr>
            <p:spPr bwMode="auto">
              <a:xfrm>
                <a:off x="1927" y="3480"/>
                <a:ext cx="454" cy="0"/>
              </a:xfrm>
              <a:prstGeom prst="line">
                <a:avLst/>
              </a:prstGeom>
              <a:noFill/>
              <a:ln w="57150">
                <a:solidFill>
                  <a:srgbClr val="37829E"/>
                </a:solidFill>
                <a:round/>
                <a:headEnd/>
                <a:tailEnd type="triangle" w="med" len="med"/>
              </a:ln>
            </p:spPr>
            <p:txBody>
              <a:bodyPr/>
              <a:lstStyle/>
              <a:p>
                <a:endParaRPr lang="es-ES"/>
              </a:p>
            </p:txBody>
          </p:sp>
          <p:sp>
            <p:nvSpPr>
              <p:cNvPr id="181275" name="Line 42"/>
              <p:cNvSpPr>
                <a:spLocks noChangeShapeType="1"/>
              </p:cNvSpPr>
              <p:nvPr/>
            </p:nvSpPr>
            <p:spPr bwMode="auto">
              <a:xfrm flipH="1">
                <a:off x="1927" y="3617"/>
                <a:ext cx="454" cy="0"/>
              </a:xfrm>
              <a:prstGeom prst="line">
                <a:avLst/>
              </a:prstGeom>
              <a:noFill/>
              <a:ln w="57150">
                <a:solidFill>
                  <a:srgbClr val="37829E"/>
                </a:solidFill>
                <a:round/>
                <a:headEnd/>
                <a:tailEnd type="triangle" w="med" len="med"/>
              </a:ln>
            </p:spPr>
            <p:txBody>
              <a:bodyPr/>
              <a:lstStyle/>
              <a:p>
                <a:endParaRPr lang="es-ES"/>
              </a:p>
            </p:txBody>
          </p:sp>
          <p:sp>
            <p:nvSpPr>
              <p:cNvPr id="181276" name="Line 63"/>
              <p:cNvSpPr>
                <a:spLocks noChangeShapeType="1"/>
              </p:cNvSpPr>
              <p:nvPr/>
            </p:nvSpPr>
            <p:spPr bwMode="auto">
              <a:xfrm flipV="1">
                <a:off x="1927" y="3118"/>
                <a:ext cx="0" cy="499"/>
              </a:xfrm>
              <a:prstGeom prst="line">
                <a:avLst/>
              </a:prstGeom>
              <a:noFill/>
              <a:ln w="57150">
                <a:solidFill>
                  <a:srgbClr val="37829E"/>
                </a:solidFill>
                <a:round/>
                <a:headEnd/>
                <a:tailEnd type="triangle" w="med" len="med"/>
              </a:ln>
            </p:spPr>
            <p:txBody>
              <a:bodyPr/>
              <a:lstStyle/>
              <a:p>
                <a:endParaRPr lang="es-ES"/>
              </a:p>
            </p:txBody>
          </p:sp>
          <p:sp>
            <p:nvSpPr>
              <p:cNvPr id="181277" name="Line 64"/>
              <p:cNvSpPr>
                <a:spLocks noChangeShapeType="1"/>
              </p:cNvSpPr>
              <p:nvPr/>
            </p:nvSpPr>
            <p:spPr bwMode="auto">
              <a:xfrm flipV="1">
                <a:off x="1927" y="2528"/>
                <a:ext cx="0" cy="635"/>
              </a:xfrm>
              <a:prstGeom prst="line">
                <a:avLst/>
              </a:prstGeom>
              <a:noFill/>
              <a:ln w="57150">
                <a:solidFill>
                  <a:srgbClr val="37829E"/>
                </a:solidFill>
                <a:round/>
                <a:headEnd/>
                <a:tailEnd type="triangle" w="med" len="med"/>
              </a:ln>
            </p:spPr>
            <p:txBody>
              <a:bodyPr/>
              <a:lstStyle/>
              <a:p>
                <a:endParaRPr lang="es-ES"/>
              </a:p>
            </p:txBody>
          </p:sp>
          <p:sp>
            <p:nvSpPr>
              <p:cNvPr id="181278" name="Line 65"/>
              <p:cNvSpPr>
                <a:spLocks noChangeShapeType="1"/>
              </p:cNvSpPr>
              <p:nvPr/>
            </p:nvSpPr>
            <p:spPr bwMode="auto">
              <a:xfrm flipV="1">
                <a:off x="1927" y="2029"/>
                <a:ext cx="0" cy="635"/>
              </a:xfrm>
              <a:prstGeom prst="line">
                <a:avLst/>
              </a:prstGeom>
              <a:noFill/>
              <a:ln w="57150">
                <a:solidFill>
                  <a:srgbClr val="37829E"/>
                </a:solidFill>
                <a:round/>
                <a:headEnd/>
                <a:tailEnd type="triangle" w="med" len="med"/>
              </a:ln>
            </p:spPr>
            <p:txBody>
              <a:bodyPr/>
              <a:lstStyle/>
              <a:p>
                <a:endParaRPr lang="es-ES"/>
              </a:p>
            </p:txBody>
          </p:sp>
          <p:sp>
            <p:nvSpPr>
              <p:cNvPr id="181279" name="Line 66"/>
              <p:cNvSpPr>
                <a:spLocks noChangeShapeType="1"/>
              </p:cNvSpPr>
              <p:nvPr/>
            </p:nvSpPr>
            <p:spPr bwMode="auto">
              <a:xfrm flipV="1">
                <a:off x="1927" y="1258"/>
                <a:ext cx="0" cy="816"/>
              </a:xfrm>
              <a:prstGeom prst="line">
                <a:avLst/>
              </a:prstGeom>
              <a:noFill/>
              <a:ln w="57150">
                <a:solidFill>
                  <a:srgbClr val="37829E"/>
                </a:solidFill>
                <a:round/>
                <a:headEnd/>
                <a:tailEnd type="triangle" w="med" len="med"/>
              </a:ln>
            </p:spPr>
            <p:txBody>
              <a:bodyPr/>
              <a:lstStyle/>
              <a:p>
                <a:endParaRPr lang="es-ES"/>
              </a:p>
            </p:txBody>
          </p:sp>
        </p:grpSp>
        <p:sp>
          <p:nvSpPr>
            <p:cNvPr id="181253" name="AutoShape 70"/>
            <p:cNvSpPr>
              <a:spLocks noChangeArrowheads="1"/>
            </p:cNvSpPr>
            <p:nvPr/>
          </p:nvSpPr>
          <p:spPr bwMode="auto">
            <a:xfrm>
              <a:off x="2484438" y="3429000"/>
              <a:ext cx="4392612" cy="2736850"/>
            </a:xfrm>
            <a:prstGeom prst="cloudCallout">
              <a:avLst>
                <a:gd name="adj1" fmla="val 53398"/>
                <a:gd name="adj2" fmla="val -65718"/>
              </a:avLst>
            </a:prstGeom>
            <a:noFill/>
            <a:ln w="19050">
              <a:solidFill>
                <a:srgbClr val="FF0000"/>
              </a:solidFill>
              <a:round/>
              <a:headEnd/>
              <a:tailEnd/>
            </a:ln>
          </p:spPr>
          <p:txBody>
            <a:bodyPr/>
            <a:lstStyle/>
            <a:p>
              <a:pPr algn="ctr" eaLnBrk="1" hangingPunct="1"/>
              <a:endParaRPr lang="es-CO"/>
            </a:p>
          </p:txBody>
        </p:sp>
        <p:sp>
          <p:nvSpPr>
            <p:cNvPr id="181254" name="Text Box 71"/>
            <p:cNvSpPr txBox="1">
              <a:spLocks noChangeArrowheads="1"/>
            </p:cNvSpPr>
            <p:nvPr/>
          </p:nvSpPr>
          <p:spPr bwMode="auto">
            <a:xfrm>
              <a:off x="7028956" y="2492375"/>
              <a:ext cx="1864219" cy="947738"/>
            </a:xfrm>
            <a:prstGeom prst="rect">
              <a:avLst/>
            </a:prstGeom>
            <a:noFill/>
            <a:ln w="9525">
              <a:noFill/>
              <a:miter lim="800000"/>
              <a:headEnd/>
              <a:tailEnd/>
            </a:ln>
          </p:spPr>
          <p:txBody>
            <a:bodyPr wrap="square">
              <a:spAutoFit/>
            </a:bodyPr>
            <a:lstStyle/>
            <a:p>
              <a:pPr algn="ctr" eaLnBrk="1" hangingPunct="1">
                <a:spcBef>
                  <a:spcPct val="50000"/>
                </a:spcBef>
              </a:pPr>
              <a:r>
                <a:rPr lang="es-MX" sz="1600" b="1" dirty="0">
                  <a:solidFill>
                    <a:srgbClr val="FF0000"/>
                  </a:solidFill>
                </a:rPr>
                <a:t>Fase creativa</a:t>
              </a:r>
            </a:p>
            <a:p>
              <a:pPr algn="ctr" eaLnBrk="1" hangingPunct="1">
                <a:spcBef>
                  <a:spcPct val="50000"/>
                </a:spcBef>
              </a:pPr>
              <a:r>
                <a:rPr lang="es-MX" sz="1600" b="1" dirty="0">
                  <a:solidFill>
                    <a:srgbClr val="FF0000"/>
                  </a:solidFill>
                </a:rPr>
                <a:t>(invención del concepto)</a:t>
              </a:r>
              <a:endParaRPr lang="es-ES" sz="1600" b="1" dirty="0">
                <a:solidFill>
                  <a:srgbClr val="FF0000"/>
                </a:solidFill>
              </a:endParaRPr>
            </a:p>
          </p:txBody>
        </p:sp>
      </p:grpSp>
    </p:spTree>
    <p:extLst>
      <p:ext uri="{BB962C8B-B14F-4D97-AF65-F5344CB8AC3E}">
        <p14:creationId xmlns:p14="http://schemas.microsoft.com/office/powerpoint/2010/main" val="1414982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p:cNvSpPr>
            <a:spLocks noChangeArrowheads="1"/>
          </p:cNvSpPr>
          <p:nvPr/>
        </p:nvSpPr>
        <p:spPr bwMode="auto">
          <a:xfrm>
            <a:off x="1925166" y="675808"/>
            <a:ext cx="8243888" cy="936625"/>
          </a:xfrm>
          <a:prstGeom prst="rect">
            <a:avLst/>
          </a:prstGeom>
          <a:noFill/>
          <a:ln w="9525">
            <a:noFill/>
            <a:miter lim="800000"/>
            <a:headEnd/>
            <a:tailEnd/>
          </a:ln>
        </p:spPr>
        <p:txBody>
          <a:bodyPr anchor="ctr"/>
          <a:lstStyle/>
          <a:p>
            <a:pPr algn="ctr" eaLnBrk="1" hangingPunct="1"/>
            <a:r>
              <a:rPr lang="es-MX" sz="3400" b="1" dirty="0"/>
              <a:t>Etapas en un proceso de </a:t>
            </a:r>
          </a:p>
          <a:p>
            <a:pPr algn="ctr" eaLnBrk="1" hangingPunct="1"/>
            <a:r>
              <a:rPr lang="es-MX" sz="3400" b="1" dirty="0"/>
              <a:t>modificación o rediseño</a:t>
            </a:r>
            <a:endParaRPr lang="es-ES" sz="3400" b="1" dirty="0"/>
          </a:p>
        </p:txBody>
      </p:sp>
      <p:sp>
        <p:nvSpPr>
          <p:cNvPr id="185347" name="Text Box 3"/>
          <p:cNvSpPr txBox="1">
            <a:spLocks noChangeArrowheads="1"/>
          </p:cNvSpPr>
          <p:nvPr/>
        </p:nvSpPr>
        <p:spPr bwMode="auto">
          <a:xfrm>
            <a:off x="1925167" y="1827935"/>
            <a:ext cx="9142524" cy="4185761"/>
          </a:xfrm>
          <a:prstGeom prst="rect">
            <a:avLst/>
          </a:prstGeom>
          <a:noFill/>
          <a:ln w="9525">
            <a:noFill/>
            <a:miter lim="800000"/>
            <a:headEnd/>
            <a:tailEnd/>
          </a:ln>
        </p:spPr>
        <p:txBody>
          <a:bodyPr wrap="square">
            <a:spAutoFit/>
          </a:bodyPr>
          <a:lstStyle/>
          <a:p>
            <a:pPr marL="342900" indent="-342900">
              <a:spcBef>
                <a:spcPct val="50000"/>
              </a:spcBef>
              <a:buFontTx/>
              <a:buAutoNum type="arabicPeriod"/>
            </a:pPr>
            <a:r>
              <a:rPr lang="es-MX" sz="2800" dirty="0"/>
              <a:t>Reconocimiento de la necesidad.</a:t>
            </a:r>
          </a:p>
          <a:p>
            <a:pPr marL="342900" indent="-342900">
              <a:spcBef>
                <a:spcPct val="50000"/>
              </a:spcBef>
              <a:buFontTx/>
              <a:buAutoNum type="arabicPeriod"/>
            </a:pPr>
            <a:r>
              <a:rPr lang="es-MX" sz="2800" dirty="0"/>
              <a:t>Recopilación de datos:</a:t>
            </a:r>
          </a:p>
          <a:p>
            <a:pPr marL="800100" lvl="1" indent="-342900">
              <a:spcBef>
                <a:spcPct val="50000"/>
              </a:spcBef>
              <a:buFontTx/>
              <a:buChar char="•"/>
            </a:pPr>
            <a:r>
              <a:rPr lang="es-MX" sz="2800" dirty="0"/>
              <a:t>Conjunto de especificaciones actuales de la máquina.</a:t>
            </a:r>
          </a:p>
          <a:p>
            <a:pPr marL="800100" lvl="1" indent="-342900">
              <a:spcBef>
                <a:spcPct val="50000"/>
              </a:spcBef>
              <a:buFontTx/>
              <a:buChar char="•"/>
            </a:pPr>
            <a:r>
              <a:rPr lang="es-MX" sz="2800" dirty="0"/>
              <a:t>Fiabilidad inherente.</a:t>
            </a:r>
          </a:p>
          <a:p>
            <a:pPr marL="800100" lvl="1" indent="-342900">
              <a:spcBef>
                <a:spcPct val="50000"/>
              </a:spcBef>
              <a:buFontTx/>
              <a:buChar char="•"/>
            </a:pPr>
            <a:r>
              <a:rPr lang="es-MX" sz="2800" dirty="0"/>
              <a:t>Prestación actual.</a:t>
            </a:r>
          </a:p>
          <a:p>
            <a:pPr marL="800100" lvl="1" indent="-342900">
              <a:spcBef>
                <a:spcPct val="50000"/>
              </a:spcBef>
              <a:buFontTx/>
              <a:buChar char="•"/>
            </a:pPr>
            <a:r>
              <a:rPr lang="es-MX" sz="2800" dirty="0"/>
              <a:t>Torque de operación (potencia, velocidad).</a:t>
            </a:r>
            <a:endParaRPr lang="es-ES" sz="2800" b="1" i="1" dirty="0"/>
          </a:p>
        </p:txBody>
      </p:sp>
    </p:spTree>
    <p:extLst>
      <p:ext uri="{BB962C8B-B14F-4D97-AF65-F5344CB8AC3E}">
        <p14:creationId xmlns:p14="http://schemas.microsoft.com/office/powerpoint/2010/main" val="987085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12"/>
          <p:cNvSpPr>
            <a:spLocks noChangeArrowheads="1"/>
          </p:cNvSpPr>
          <p:nvPr/>
        </p:nvSpPr>
        <p:spPr bwMode="auto">
          <a:xfrm>
            <a:off x="2207568" y="980729"/>
            <a:ext cx="7777162" cy="720725"/>
          </a:xfrm>
          <a:prstGeom prst="rect">
            <a:avLst/>
          </a:prstGeom>
          <a:noFill/>
          <a:ln w="9525">
            <a:noFill/>
            <a:miter lim="800000"/>
            <a:headEnd/>
            <a:tailEnd/>
          </a:ln>
        </p:spPr>
        <p:txBody>
          <a:bodyPr anchor="ctr"/>
          <a:lstStyle/>
          <a:p>
            <a:pPr algn="ctr" eaLnBrk="1" hangingPunct="1"/>
            <a:r>
              <a:rPr lang="es-MX" sz="3600" b="1"/>
              <a:t>Proceso de Diseño</a:t>
            </a:r>
            <a:endParaRPr lang="es-ES" sz="3600" b="1"/>
          </a:p>
        </p:txBody>
      </p:sp>
      <p:sp>
        <p:nvSpPr>
          <p:cNvPr id="180227" name="4 CuadroTexto"/>
          <p:cNvSpPr txBox="1">
            <a:spLocks noChangeArrowheads="1"/>
          </p:cNvSpPr>
          <p:nvPr/>
        </p:nvSpPr>
        <p:spPr bwMode="auto">
          <a:xfrm>
            <a:off x="1610686" y="2204864"/>
            <a:ext cx="9479560" cy="2677656"/>
          </a:xfrm>
          <a:prstGeom prst="rect">
            <a:avLst/>
          </a:prstGeom>
          <a:noFill/>
          <a:ln w="9525">
            <a:noFill/>
            <a:miter lim="800000"/>
            <a:headEnd/>
            <a:tailEnd/>
          </a:ln>
        </p:spPr>
        <p:txBody>
          <a:bodyPr wrap="square">
            <a:spAutoFit/>
          </a:bodyPr>
          <a:lstStyle/>
          <a:p>
            <a:r>
              <a:rPr lang="es-ES" sz="2400" dirty="0"/>
              <a:t>... En cierto sentido, este es un ejemplo clásico del verdadero significado de la ingeniería en contraste con la ciencia. Los ingenieros utilizan la ciencia para resolver sus problemas, </a:t>
            </a:r>
            <a:r>
              <a:rPr lang="es-ES" sz="2400" b="1" dirty="0"/>
              <a:t>si la ciencia está disponible. Pero disponible o no, </a:t>
            </a:r>
            <a:r>
              <a:rPr lang="es-ES" sz="2400" dirty="0"/>
              <a:t>el problema se debe resolver y cualquiera que sea la forma que tome la solución bajo estas condiciones se llama ingeniería.</a:t>
            </a:r>
          </a:p>
          <a:p>
            <a:pPr algn="r"/>
            <a:r>
              <a:rPr lang="es-ES" sz="2400" b="1" i="1" dirty="0" err="1"/>
              <a:t>Shigley</a:t>
            </a:r>
            <a:r>
              <a:rPr lang="es-ES" sz="2400" b="1" i="1" dirty="0"/>
              <a:t>, pág. 373</a:t>
            </a:r>
            <a:endParaRPr lang="es-ES" sz="2400" dirty="0"/>
          </a:p>
        </p:txBody>
      </p:sp>
    </p:spTree>
    <p:extLst>
      <p:ext uri="{BB962C8B-B14F-4D97-AF65-F5344CB8AC3E}">
        <p14:creationId xmlns:p14="http://schemas.microsoft.com/office/powerpoint/2010/main" val="3161557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ChangeArrowheads="1"/>
          </p:cNvSpPr>
          <p:nvPr/>
        </p:nvSpPr>
        <p:spPr bwMode="auto">
          <a:xfrm>
            <a:off x="3260068" y="1196753"/>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
        <p:nvSpPr>
          <p:cNvPr id="186371" name="Text Box 3"/>
          <p:cNvSpPr txBox="1">
            <a:spLocks noChangeArrowheads="1"/>
          </p:cNvSpPr>
          <p:nvPr/>
        </p:nvSpPr>
        <p:spPr bwMode="auto">
          <a:xfrm>
            <a:off x="1630392" y="2564904"/>
            <a:ext cx="8714081" cy="2893100"/>
          </a:xfrm>
          <a:prstGeom prst="rect">
            <a:avLst/>
          </a:prstGeom>
          <a:noFill/>
          <a:ln w="9525">
            <a:noFill/>
            <a:miter lim="800000"/>
            <a:headEnd/>
            <a:tailEnd/>
          </a:ln>
        </p:spPr>
        <p:txBody>
          <a:bodyPr wrap="square">
            <a:spAutoFit/>
          </a:bodyPr>
          <a:lstStyle/>
          <a:p>
            <a:pPr algn="just" eaLnBrk="1" hangingPunct="1">
              <a:spcBef>
                <a:spcPct val="50000"/>
              </a:spcBef>
            </a:pPr>
            <a:r>
              <a:rPr lang="es-MX" sz="2800" dirty="0"/>
              <a:t>Si la necesidad es debida a la </a:t>
            </a:r>
            <a:r>
              <a:rPr lang="es-MX" sz="2800" b="1" dirty="0"/>
              <a:t>ocurrencia de fallas reiterativas, </a:t>
            </a:r>
            <a:r>
              <a:rPr lang="es-MX" sz="2800" dirty="0"/>
              <a:t>es necesario establecer inicialmente la </a:t>
            </a:r>
            <a:r>
              <a:rPr lang="es-MX" sz="2800" b="1" dirty="0"/>
              <a:t>causa raíz</a:t>
            </a:r>
            <a:r>
              <a:rPr lang="es-MX" sz="2800" dirty="0"/>
              <a:t> de estas fallas.</a:t>
            </a:r>
          </a:p>
          <a:p>
            <a:pPr algn="just" eaLnBrk="1" hangingPunct="1">
              <a:spcBef>
                <a:spcPct val="50000"/>
              </a:spcBef>
            </a:pPr>
            <a:r>
              <a:rPr lang="es-MX" sz="2800" dirty="0"/>
              <a:t>Contemplar el empleo de metodologías para el análisis de fallas, principalmente RCFA: análisis de la causa raíz de las fallas.</a:t>
            </a:r>
          </a:p>
        </p:txBody>
      </p:sp>
    </p:spTree>
    <p:extLst>
      <p:ext uri="{BB962C8B-B14F-4D97-AF65-F5344CB8AC3E}">
        <p14:creationId xmlns:p14="http://schemas.microsoft.com/office/powerpoint/2010/main" val="2340139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3" name="Text Box 3"/>
          <p:cNvSpPr txBox="1">
            <a:spLocks noChangeArrowheads="1"/>
          </p:cNvSpPr>
          <p:nvPr/>
        </p:nvSpPr>
        <p:spPr bwMode="auto">
          <a:xfrm>
            <a:off x="2173276" y="1780627"/>
            <a:ext cx="7715250" cy="4462760"/>
          </a:xfrm>
          <a:prstGeom prst="rect">
            <a:avLst/>
          </a:prstGeom>
          <a:noFill/>
          <a:ln w="9525">
            <a:noFill/>
            <a:miter lim="800000"/>
            <a:headEnd/>
            <a:tailEnd/>
          </a:ln>
        </p:spPr>
        <p:txBody>
          <a:bodyPr>
            <a:spAutoFit/>
          </a:bodyPr>
          <a:lstStyle/>
          <a:p>
            <a:pPr marL="342900" indent="-342900">
              <a:spcBef>
                <a:spcPct val="50000"/>
              </a:spcBef>
              <a:buFontTx/>
              <a:buAutoNum type="arabicPeriod" startAt="3"/>
              <a:defRPr/>
            </a:pPr>
            <a:r>
              <a:rPr lang="es-MX" sz="2800" dirty="0"/>
              <a:t>Definición del problema:</a:t>
            </a:r>
          </a:p>
          <a:p>
            <a:pPr algn="just" eaLnBrk="1" hangingPunct="1">
              <a:spcBef>
                <a:spcPct val="50000"/>
              </a:spcBef>
              <a:defRPr/>
            </a:pPr>
            <a:r>
              <a:rPr lang="es-MX" sz="2800" dirty="0"/>
              <a:t>Se plantea el problema a resolver o se dan las nuevas especificaciones.</a:t>
            </a:r>
          </a:p>
          <a:p>
            <a:pPr marL="800100" lvl="1" indent="-342900">
              <a:spcBef>
                <a:spcPct val="50000"/>
              </a:spcBef>
            </a:pPr>
            <a:r>
              <a:rPr lang="es-ES" sz="2400" dirty="0"/>
              <a:t>FASE ANALÍTICA - RAZONAMIENTO INDUCTIVO</a:t>
            </a:r>
          </a:p>
          <a:p>
            <a:pPr marL="800100" lvl="1" indent="-342900">
              <a:spcBef>
                <a:spcPct val="50000"/>
              </a:spcBef>
              <a:buFont typeface="Wingdings" pitchFamily="2" charset="2"/>
              <a:buChar char="§"/>
            </a:pPr>
            <a:r>
              <a:rPr lang="es-ES" sz="2400" dirty="0"/>
              <a:t>Observación</a:t>
            </a:r>
          </a:p>
          <a:p>
            <a:pPr marL="800100" lvl="1" indent="-342900">
              <a:spcBef>
                <a:spcPct val="50000"/>
              </a:spcBef>
              <a:buFont typeface="Wingdings" pitchFamily="2" charset="2"/>
              <a:buChar char="§"/>
            </a:pPr>
            <a:r>
              <a:rPr lang="es-ES" sz="2400" dirty="0"/>
              <a:t>Medición</a:t>
            </a:r>
          </a:p>
          <a:p>
            <a:pPr marL="800100" lvl="1" indent="-342900">
              <a:spcBef>
                <a:spcPct val="50000"/>
              </a:spcBef>
              <a:buFont typeface="Wingdings" pitchFamily="2" charset="2"/>
              <a:buChar char="§"/>
            </a:pPr>
            <a:r>
              <a:rPr lang="es-ES" sz="2400" dirty="0"/>
              <a:t>Revisión</a:t>
            </a:r>
          </a:p>
          <a:p>
            <a:pPr algn="just" eaLnBrk="1" hangingPunct="1">
              <a:spcBef>
                <a:spcPct val="50000"/>
              </a:spcBef>
              <a:defRPr/>
            </a:pPr>
            <a:endParaRPr lang="es-ES" sz="2800" b="1" i="1" dirty="0"/>
          </a:p>
        </p:txBody>
      </p:sp>
      <p:sp>
        <p:nvSpPr>
          <p:cNvPr id="4" name="Rectangle 2"/>
          <p:cNvSpPr>
            <a:spLocks noChangeArrowheads="1"/>
          </p:cNvSpPr>
          <p:nvPr/>
        </p:nvSpPr>
        <p:spPr bwMode="auto">
          <a:xfrm>
            <a:off x="3087540" y="429366"/>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097546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3778" name="Text Box 21"/>
          <p:cNvSpPr txBox="1">
            <a:spLocks noChangeArrowheads="1"/>
          </p:cNvSpPr>
          <p:nvPr/>
        </p:nvSpPr>
        <p:spPr bwMode="auto">
          <a:xfrm>
            <a:off x="1110730" y="1767920"/>
            <a:ext cx="9970540" cy="4085734"/>
          </a:xfrm>
          <a:prstGeom prst="rect">
            <a:avLst/>
          </a:prstGeom>
          <a:noFill/>
          <a:ln w="9525">
            <a:noFill/>
            <a:miter lim="800000"/>
            <a:headEnd/>
            <a:tailEnd/>
          </a:ln>
        </p:spPr>
        <p:txBody>
          <a:bodyPr wrap="square">
            <a:spAutoFit/>
          </a:bodyPr>
          <a:lstStyle/>
          <a:p>
            <a:pPr algn="just" eaLnBrk="1" hangingPunct="1">
              <a:spcBef>
                <a:spcPct val="50000"/>
              </a:spcBef>
            </a:pPr>
            <a:r>
              <a:rPr lang="es-MX" sz="2200" dirty="0"/>
              <a:t>Actualmente, el uso generalizado de los computadores en los innumerables problemas de ingeniería, en particular en aquellos que presentan el desarrollo de dispendiosos procesos matemáticos, ha dado como consecuencia que sea común encontrar en el medio profesional, quienes han llagado a concebir el computador como el “mágico remedio” del desconocimiento teórico – práctico de conceptos, normas, modelos e idealizaciones.</a:t>
            </a:r>
          </a:p>
          <a:p>
            <a:pPr algn="just" eaLnBrk="1" hangingPunct="1">
              <a:spcBef>
                <a:spcPct val="50000"/>
              </a:spcBef>
            </a:pPr>
            <a:r>
              <a:rPr lang="es-MX" sz="2200" dirty="0"/>
              <a:t>Como resultado de esta panacea, se ha hecho notable una delicada subestimación de las hipótesis y limitaciones de fundamental incidencia y especial significación en la correcta implementación del software</a:t>
            </a:r>
          </a:p>
          <a:p>
            <a:pPr algn="r" eaLnBrk="1" hangingPunct="1">
              <a:spcBef>
                <a:spcPct val="50000"/>
              </a:spcBef>
            </a:pPr>
            <a:r>
              <a:rPr lang="es-MX" sz="1900" i="1" dirty="0"/>
              <a:t>Juan Mauricio Marín Uribe</a:t>
            </a:r>
          </a:p>
        </p:txBody>
      </p:sp>
      <p:sp>
        <p:nvSpPr>
          <p:cNvPr id="203779" name="Rectangle 2"/>
          <p:cNvSpPr>
            <a:spLocks noChangeArrowheads="1"/>
          </p:cNvSpPr>
          <p:nvPr/>
        </p:nvSpPr>
        <p:spPr bwMode="auto">
          <a:xfrm>
            <a:off x="3471271" y="871198"/>
            <a:ext cx="5397500" cy="579438"/>
          </a:xfrm>
          <a:prstGeom prst="rect">
            <a:avLst/>
          </a:prstGeom>
          <a:noFill/>
          <a:ln w="9525">
            <a:noFill/>
            <a:miter lim="800000"/>
            <a:headEnd/>
            <a:tailEnd/>
          </a:ln>
        </p:spPr>
        <p:txBody>
          <a:bodyPr anchor="ctr"/>
          <a:lstStyle/>
          <a:p>
            <a:pPr algn="ctr" eaLnBrk="1" hangingPunct="1"/>
            <a:r>
              <a:rPr lang="es-MX" sz="3600" b="1" dirty="0"/>
              <a:t>Reflexión</a:t>
            </a:r>
            <a:endParaRPr lang="es-ES" sz="3600" b="1" dirty="0"/>
          </a:p>
        </p:txBody>
      </p:sp>
    </p:spTree>
    <p:extLst>
      <p:ext uri="{BB962C8B-B14F-4D97-AF65-F5344CB8AC3E}">
        <p14:creationId xmlns:p14="http://schemas.microsoft.com/office/powerpoint/2010/main" val="4266584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5" name="Text Box 3"/>
          <p:cNvSpPr txBox="1">
            <a:spLocks noChangeArrowheads="1"/>
          </p:cNvSpPr>
          <p:nvPr/>
        </p:nvSpPr>
        <p:spPr bwMode="auto">
          <a:xfrm>
            <a:off x="1148350" y="1754020"/>
            <a:ext cx="10334445" cy="4616648"/>
          </a:xfrm>
          <a:prstGeom prst="rect">
            <a:avLst/>
          </a:prstGeom>
          <a:noFill/>
          <a:ln w="9525">
            <a:noFill/>
            <a:miter lim="800000"/>
            <a:headEnd/>
            <a:tailEnd/>
          </a:ln>
        </p:spPr>
        <p:txBody>
          <a:bodyPr wrap="square">
            <a:spAutoFit/>
          </a:bodyPr>
          <a:lstStyle/>
          <a:p>
            <a:pPr marL="628650" indent="-628650">
              <a:spcBef>
                <a:spcPct val="50000"/>
              </a:spcBef>
              <a:buFontTx/>
              <a:buAutoNum type="arabicPeriod" startAt="4"/>
              <a:defRPr/>
            </a:pPr>
            <a:r>
              <a:rPr lang="es-MX" sz="2800" dirty="0"/>
              <a:t>Estudio y evaluación de alternativas.</a:t>
            </a:r>
          </a:p>
          <a:p>
            <a:pPr marL="628650" indent="-628650" algn="just">
              <a:spcBef>
                <a:spcPct val="50000"/>
              </a:spcBef>
              <a:defRPr/>
            </a:pPr>
            <a:r>
              <a:rPr lang="es-MX" sz="2400" dirty="0"/>
              <a:t>4.1 </a:t>
            </a:r>
            <a:r>
              <a:rPr lang="es-MX" sz="2800" dirty="0"/>
              <a:t>Identificación de los subsistemas comprometidos directamente con la modificación; análisis de sus condiciones de funcionamiento y especificaciones de sus componentes.</a:t>
            </a:r>
          </a:p>
          <a:p>
            <a:pPr marL="628650" indent="-628650" algn="just">
              <a:spcBef>
                <a:spcPct val="50000"/>
              </a:spcBef>
              <a:defRPr/>
            </a:pPr>
            <a:r>
              <a:rPr lang="es-MX" sz="2800" dirty="0"/>
              <a:t>4.2 Revisión de experiencias previas similares e investigación del estado del arte de los elementos y sistemas involucrados en la modificación.</a:t>
            </a:r>
          </a:p>
          <a:p>
            <a:pPr marL="628650" indent="-628650" algn="just">
              <a:spcBef>
                <a:spcPct val="50000"/>
              </a:spcBef>
              <a:defRPr/>
            </a:pPr>
            <a:endParaRPr lang="es-MX" sz="2800" dirty="0"/>
          </a:p>
        </p:txBody>
      </p:sp>
      <p:sp>
        <p:nvSpPr>
          <p:cNvPr id="4" name="Rectangle 2"/>
          <p:cNvSpPr>
            <a:spLocks noChangeArrowheads="1"/>
          </p:cNvSpPr>
          <p:nvPr/>
        </p:nvSpPr>
        <p:spPr bwMode="auto">
          <a:xfrm>
            <a:off x="3372212" y="558763"/>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505681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5" name="Text Box 3"/>
          <p:cNvSpPr txBox="1">
            <a:spLocks noChangeArrowheads="1"/>
          </p:cNvSpPr>
          <p:nvPr/>
        </p:nvSpPr>
        <p:spPr bwMode="auto">
          <a:xfrm>
            <a:off x="1293962" y="2204865"/>
            <a:ext cx="9808234" cy="3970318"/>
          </a:xfrm>
          <a:prstGeom prst="rect">
            <a:avLst/>
          </a:prstGeom>
          <a:noFill/>
          <a:ln w="9525">
            <a:noFill/>
            <a:miter lim="800000"/>
            <a:headEnd/>
            <a:tailEnd/>
          </a:ln>
        </p:spPr>
        <p:txBody>
          <a:bodyPr wrap="square">
            <a:spAutoFit/>
          </a:bodyPr>
          <a:lstStyle/>
          <a:p>
            <a:pPr marL="342900" indent="-342900" algn="just">
              <a:spcBef>
                <a:spcPct val="50000"/>
              </a:spcBef>
              <a:buFontTx/>
              <a:buAutoNum type="arabicPeriod" startAt="4"/>
              <a:defRPr/>
            </a:pPr>
            <a:r>
              <a:rPr lang="es-MX" sz="2800" dirty="0"/>
              <a:t>Estudio y evaluación de alternativas.</a:t>
            </a:r>
            <a:endParaRPr lang="es-MX" sz="2400" dirty="0"/>
          </a:p>
          <a:p>
            <a:pPr algn="just" eaLnBrk="1" hangingPunct="1">
              <a:spcBef>
                <a:spcPct val="50000"/>
              </a:spcBef>
              <a:defRPr/>
            </a:pPr>
            <a:r>
              <a:rPr lang="es-MX" sz="2800" dirty="0"/>
              <a:t>4.3</a:t>
            </a:r>
            <a:r>
              <a:rPr lang="es-MX" sz="2400" dirty="0"/>
              <a:t> </a:t>
            </a:r>
            <a:r>
              <a:rPr lang="es-MX" sz="2800" dirty="0"/>
              <a:t>Elaboración de propuestas (conjunto de decisiones) para modificar los subsistemas, considerando </a:t>
            </a:r>
            <a:r>
              <a:rPr lang="es-MX" sz="2800" b="1" i="1" dirty="0"/>
              <a:t>la adición, el cambio, la modificación o la combinación de</a:t>
            </a:r>
            <a:r>
              <a:rPr lang="es-MX" sz="2800" dirty="0"/>
              <a:t> </a:t>
            </a:r>
            <a:r>
              <a:rPr lang="es-MX" sz="2800" b="1" i="1" dirty="0"/>
              <a:t>otros componentes</a:t>
            </a:r>
            <a:r>
              <a:rPr lang="es-MX" sz="2800" dirty="0"/>
              <a:t>, según los nuevos requerimientos (consideraciones de diseño).</a:t>
            </a:r>
          </a:p>
          <a:p>
            <a:pPr algn="just" eaLnBrk="1" hangingPunct="1">
              <a:spcBef>
                <a:spcPct val="50000"/>
              </a:spcBef>
              <a:defRPr/>
            </a:pPr>
            <a:r>
              <a:rPr lang="es-MX" sz="2800" b="1" dirty="0"/>
              <a:t>Confrontar las ideas con las personas relacionadas directamente con los procesos.</a:t>
            </a:r>
          </a:p>
        </p:txBody>
      </p:sp>
      <p:sp>
        <p:nvSpPr>
          <p:cNvPr id="4" name="Rectangle 2"/>
          <p:cNvSpPr>
            <a:spLocks noChangeArrowheads="1"/>
          </p:cNvSpPr>
          <p:nvPr/>
        </p:nvSpPr>
        <p:spPr bwMode="auto">
          <a:xfrm>
            <a:off x="3287689" y="1052737"/>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4249033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7" name="Text Box 3"/>
          <p:cNvSpPr txBox="1">
            <a:spLocks noChangeArrowheads="1"/>
          </p:cNvSpPr>
          <p:nvPr/>
        </p:nvSpPr>
        <p:spPr bwMode="auto">
          <a:xfrm>
            <a:off x="1078302" y="1595022"/>
            <a:ext cx="9348845" cy="4539704"/>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defRPr/>
            </a:pPr>
            <a:r>
              <a:rPr lang="es-MX" sz="2400" dirty="0"/>
              <a:t>Estudio y evaluación de alternativas.</a:t>
            </a:r>
          </a:p>
          <a:p>
            <a:pPr marL="342900" indent="-342900">
              <a:spcBef>
                <a:spcPct val="50000"/>
              </a:spcBef>
              <a:defRPr/>
            </a:pPr>
            <a:r>
              <a:rPr lang="es-MX" sz="2400" dirty="0"/>
              <a:t>4.3 Elaboración de propuestas.</a:t>
            </a:r>
          </a:p>
          <a:p>
            <a:pPr algn="just" eaLnBrk="1" hangingPunct="1">
              <a:spcBef>
                <a:spcPct val="50000"/>
              </a:spcBef>
              <a:defRPr/>
            </a:pPr>
            <a:r>
              <a:rPr lang="es-MX" sz="2400" dirty="0"/>
              <a:t>Contemplar la asesoría de especialistas en algunos campos:</a:t>
            </a:r>
          </a:p>
          <a:p>
            <a:pPr marL="342900" indent="-342900" algn="just">
              <a:spcBef>
                <a:spcPct val="50000"/>
              </a:spcBef>
              <a:buFontTx/>
              <a:buChar char="•"/>
              <a:defRPr/>
            </a:pPr>
            <a:r>
              <a:rPr lang="es-MX" sz="2200" dirty="0"/>
              <a:t>Plásticos de ingeniería.</a:t>
            </a:r>
          </a:p>
          <a:p>
            <a:pPr marL="342900" indent="-342900" algn="just">
              <a:spcBef>
                <a:spcPct val="50000"/>
              </a:spcBef>
              <a:buFontTx/>
              <a:buChar char="•"/>
              <a:defRPr/>
            </a:pPr>
            <a:r>
              <a:rPr lang="es-MX" sz="2200" dirty="0"/>
              <a:t>Aplicaciones con mecanismos neumáticos o hidráulicos.</a:t>
            </a:r>
          </a:p>
          <a:p>
            <a:pPr marL="342900" indent="-342900" algn="just">
              <a:spcBef>
                <a:spcPct val="50000"/>
              </a:spcBef>
              <a:buFontTx/>
              <a:buChar char="•"/>
              <a:defRPr/>
            </a:pPr>
            <a:r>
              <a:rPr lang="es-MX" sz="2200" dirty="0"/>
              <a:t>Recubrimientos protectores para fenómenos de corrosión o desgaste.</a:t>
            </a:r>
          </a:p>
          <a:p>
            <a:pPr marL="342900" indent="-342900" algn="just">
              <a:spcBef>
                <a:spcPct val="50000"/>
              </a:spcBef>
              <a:buFontTx/>
              <a:buChar char="•"/>
              <a:defRPr/>
            </a:pPr>
            <a:r>
              <a:rPr lang="es-MX" sz="2200" dirty="0"/>
              <a:t>Procesos de automatización.</a:t>
            </a:r>
          </a:p>
          <a:p>
            <a:pPr marL="342900" indent="-342900" algn="just">
              <a:spcBef>
                <a:spcPct val="50000"/>
              </a:spcBef>
              <a:buFontTx/>
              <a:buChar char="•"/>
              <a:defRPr/>
            </a:pPr>
            <a:r>
              <a:rPr lang="es-MX" sz="2200" dirty="0"/>
              <a:t>Ingeniería especializada.</a:t>
            </a:r>
          </a:p>
        </p:txBody>
      </p:sp>
      <p:sp>
        <p:nvSpPr>
          <p:cNvPr id="4" name="Rectangle 2"/>
          <p:cNvSpPr>
            <a:spLocks noChangeArrowheads="1"/>
          </p:cNvSpPr>
          <p:nvPr/>
        </p:nvSpPr>
        <p:spPr bwMode="auto">
          <a:xfrm>
            <a:off x="3222443" y="402760"/>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3768483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1" name="Text Box 3"/>
          <p:cNvSpPr txBox="1">
            <a:spLocks noChangeArrowheads="1"/>
          </p:cNvSpPr>
          <p:nvPr/>
        </p:nvSpPr>
        <p:spPr bwMode="auto">
          <a:xfrm>
            <a:off x="1095555" y="1523378"/>
            <a:ext cx="9687464" cy="5262979"/>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defRPr/>
            </a:pPr>
            <a:r>
              <a:rPr lang="es-MX" sz="2800" dirty="0"/>
              <a:t>Estudio y evaluación de alternativas.</a:t>
            </a:r>
            <a:endParaRPr lang="es-MX" sz="2400" dirty="0"/>
          </a:p>
          <a:p>
            <a:pPr marL="628650" indent="-609600" algn="just">
              <a:spcBef>
                <a:spcPct val="50000"/>
              </a:spcBef>
              <a:defRPr/>
            </a:pPr>
            <a:r>
              <a:rPr lang="es-MX" sz="2800" dirty="0"/>
              <a:t>4.4 Rediseño de los componentes de cada propuesta (conjunto de especificaciones) de acuerdo con:</a:t>
            </a:r>
          </a:p>
          <a:p>
            <a:pPr marL="800100" lvl="1" indent="-342900">
              <a:spcBef>
                <a:spcPct val="50000"/>
              </a:spcBef>
              <a:buFontTx/>
              <a:buChar char="•"/>
              <a:defRPr/>
            </a:pPr>
            <a:r>
              <a:rPr lang="es-MX" sz="2800" dirty="0"/>
              <a:t>Consideraciones en relación con </a:t>
            </a:r>
            <a:r>
              <a:rPr lang="es-MX" sz="2800" b="1" i="1" dirty="0"/>
              <a:t>tipo</a:t>
            </a:r>
            <a:r>
              <a:rPr lang="es-MX" sz="2800" dirty="0"/>
              <a:t> de elemento.</a:t>
            </a:r>
          </a:p>
          <a:p>
            <a:pPr marL="800100" lvl="1" indent="-342900">
              <a:spcBef>
                <a:spcPct val="50000"/>
              </a:spcBef>
              <a:buFontTx/>
              <a:buChar char="•"/>
              <a:defRPr/>
            </a:pPr>
            <a:r>
              <a:rPr lang="es-MX" sz="2800" dirty="0"/>
              <a:t>Consideraciones en relación con el </a:t>
            </a:r>
            <a:r>
              <a:rPr lang="es-MX" sz="2800" b="1" i="1" dirty="0"/>
              <a:t>tamaño</a:t>
            </a:r>
            <a:r>
              <a:rPr lang="es-MX" sz="2800" dirty="0"/>
              <a:t> del elemento.</a:t>
            </a:r>
          </a:p>
          <a:p>
            <a:pPr lvl="1">
              <a:spcBef>
                <a:spcPct val="50000"/>
              </a:spcBef>
              <a:defRPr/>
            </a:pPr>
            <a:r>
              <a:rPr lang="es-MX" sz="2800" dirty="0"/>
              <a:t>La elección del </a:t>
            </a:r>
            <a:r>
              <a:rPr lang="es-MX" sz="2800" b="1" i="1" dirty="0"/>
              <a:t>tipo</a:t>
            </a:r>
            <a:r>
              <a:rPr lang="es-MX" sz="2800" dirty="0"/>
              <a:t> de elemento hace relación a la consideración de la </a:t>
            </a:r>
            <a:r>
              <a:rPr lang="es-MX" sz="2800" b="1" i="1" dirty="0"/>
              <a:t>función</a:t>
            </a:r>
            <a:r>
              <a:rPr lang="es-MX" sz="2800" dirty="0"/>
              <a:t> y requiere de flexibilidad, creatividad y experiencia.</a:t>
            </a:r>
          </a:p>
        </p:txBody>
      </p:sp>
      <p:sp>
        <p:nvSpPr>
          <p:cNvPr id="4" name="Rectangle 2"/>
          <p:cNvSpPr>
            <a:spLocks noChangeArrowheads="1"/>
          </p:cNvSpPr>
          <p:nvPr/>
        </p:nvSpPr>
        <p:spPr bwMode="auto">
          <a:xfrm>
            <a:off x="3293881" y="368252"/>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180714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539" name="Text Box 3"/>
          <p:cNvSpPr txBox="1">
            <a:spLocks noChangeArrowheads="1"/>
          </p:cNvSpPr>
          <p:nvPr/>
        </p:nvSpPr>
        <p:spPr bwMode="auto">
          <a:xfrm>
            <a:off x="1412937" y="1882690"/>
            <a:ext cx="9740754" cy="3970318"/>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defRPr/>
            </a:pPr>
            <a:r>
              <a:rPr lang="es-MX" sz="2800" dirty="0"/>
              <a:t>Estudio y evaluación de alternativas.</a:t>
            </a:r>
          </a:p>
          <a:p>
            <a:pPr marL="342900" indent="-342900">
              <a:spcBef>
                <a:spcPct val="50000"/>
              </a:spcBef>
              <a:defRPr/>
            </a:pPr>
            <a:r>
              <a:rPr lang="es-MX" sz="2800" dirty="0"/>
              <a:t>4.4</a:t>
            </a:r>
            <a:r>
              <a:rPr lang="es-MX" sz="2400" dirty="0"/>
              <a:t> </a:t>
            </a:r>
            <a:r>
              <a:rPr lang="es-MX" sz="2800" dirty="0"/>
              <a:t>Rediseño de los componentes de cada propuesta.</a:t>
            </a:r>
            <a:endParaRPr lang="es-MX" sz="2400" dirty="0"/>
          </a:p>
          <a:p>
            <a:pPr algn="just" eaLnBrk="1" hangingPunct="1">
              <a:spcBef>
                <a:spcPct val="50000"/>
              </a:spcBef>
              <a:defRPr/>
            </a:pPr>
            <a:r>
              <a:rPr lang="es-MX" sz="2800" dirty="0"/>
              <a:t>La estimación del </a:t>
            </a:r>
            <a:r>
              <a:rPr lang="es-MX" sz="2800" b="1" i="1" dirty="0"/>
              <a:t>tamaño</a:t>
            </a:r>
            <a:r>
              <a:rPr lang="es-MX" sz="2800" dirty="0"/>
              <a:t> adecuado para un funcionamiento satisfactorio (dimensionamiento) se basa en cálculos mediante teorías asociadas a las diferentes disciplinas que abarca la ingeniería y que están relacionadas con determinados campos de la ciencia.</a:t>
            </a:r>
          </a:p>
        </p:txBody>
      </p:sp>
      <p:sp>
        <p:nvSpPr>
          <p:cNvPr id="4" name="Rectangle 2"/>
          <p:cNvSpPr>
            <a:spLocks noChangeArrowheads="1"/>
          </p:cNvSpPr>
          <p:nvPr/>
        </p:nvSpPr>
        <p:spPr bwMode="auto">
          <a:xfrm>
            <a:off x="3339953" y="836713"/>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23512060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63" name="Text Box 3"/>
          <p:cNvSpPr txBox="1">
            <a:spLocks noChangeArrowheads="1"/>
          </p:cNvSpPr>
          <p:nvPr/>
        </p:nvSpPr>
        <p:spPr bwMode="auto">
          <a:xfrm>
            <a:off x="1233578" y="1868071"/>
            <a:ext cx="9936854" cy="4185761"/>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defRPr/>
            </a:pPr>
            <a:r>
              <a:rPr lang="es-MX" sz="2800" dirty="0"/>
              <a:t>Estudio y evaluación de alternativas.</a:t>
            </a:r>
          </a:p>
          <a:p>
            <a:pPr marL="342900" indent="-342900">
              <a:spcBef>
                <a:spcPct val="50000"/>
              </a:spcBef>
              <a:defRPr/>
            </a:pPr>
            <a:r>
              <a:rPr lang="es-MX" sz="2800" dirty="0"/>
              <a:t>4.4</a:t>
            </a:r>
            <a:r>
              <a:rPr lang="es-MX" sz="2400" dirty="0"/>
              <a:t> </a:t>
            </a:r>
            <a:r>
              <a:rPr lang="es-MX" sz="2800" dirty="0"/>
              <a:t>Rediseño de los componentes de cada propuesta. </a:t>
            </a:r>
            <a:endParaRPr lang="es-MX" sz="2400" dirty="0"/>
          </a:p>
          <a:p>
            <a:pPr algn="just" eaLnBrk="1" hangingPunct="1">
              <a:spcBef>
                <a:spcPct val="50000"/>
              </a:spcBef>
              <a:defRPr/>
            </a:pPr>
            <a:r>
              <a:rPr lang="es-MX" sz="2800" dirty="0"/>
              <a:t>En la ingeniería mecánica se tiene, por ejemplo, en la mecánica de sólidos:</a:t>
            </a:r>
          </a:p>
          <a:p>
            <a:pPr marL="342900" indent="-342900" algn="just">
              <a:spcBef>
                <a:spcPct val="50000"/>
              </a:spcBef>
              <a:buFontTx/>
              <a:buChar char="•"/>
              <a:defRPr/>
            </a:pPr>
            <a:r>
              <a:rPr lang="es-MX" sz="2800" dirty="0"/>
              <a:t>Cálculos mediante teorías y criterios de falla en base a la resistencia y con  consideraciones de: deformación, deflexión, distorsión, pandeo, velocidad crítica.</a:t>
            </a:r>
          </a:p>
        </p:txBody>
      </p:sp>
      <p:sp>
        <p:nvSpPr>
          <p:cNvPr id="4" name="Rectangle 2"/>
          <p:cNvSpPr>
            <a:spLocks noChangeArrowheads="1"/>
          </p:cNvSpPr>
          <p:nvPr/>
        </p:nvSpPr>
        <p:spPr bwMode="auto">
          <a:xfrm>
            <a:off x="3272769" y="540418"/>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466026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7" name="Text Box 3"/>
          <p:cNvSpPr txBox="1">
            <a:spLocks noChangeArrowheads="1"/>
          </p:cNvSpPr>
          <p:nvPr/>
        </p:nvSpPr>
        <p:spPr bwMode="auto">
          <a:xfrm>
            <a:off x="1397479" y="2000463"/>
            <a:ext cx="9954343" cy="3978012"/>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defRPr/>
            </a:pPr>
            <a:r>
              <a:rPr lang="es-MX" sz="2800" dirty="0"/>
              <a:t>Estudio y evaluación de alternativas.</a:t>
            </a:r>
          </a:p>
          <a:p>
            <a:pPr marL="342900" indent="-342900">
              <a:spcBef>
                <a:spcPct val="50000"/>
              </a:spcBef>
              <a:defRPr/>
            </a:pPr>
            <a:r>
              <a:rPr lang="es-MX" sz="2800" dirty="0"/>
              <a:t>4.4</a:t>
            </a:r>
            <a:r>
              <a:rPr lang="es-MX" sz="2400" dirty="0"/>
              <a:t> </a:t>
            </a:r>
            <a:r>
              <a:rPr lang="es-MX" sz="2800" dirty="0"/>
              <a:t>Rediseño de los componentes de cada propuesta. </a:t>
            </a:r>
          </a:p>
          <a:p>
            <a:pPr marL="342900" indent="-342900">
              <a:spcBef>
                <a:spcPct val="50000"/>
              </a:spcBef>
              <a:defRPr/>
            </a:pPr>
            <a:r>
              <a:rPr lang="es-MX" sz="2800" dirty="0"/>
              <a:t>   Cálculos mediante procedimientos establecidos en códigos:</a:t>
            </a:r>
          </a:p>
          <a:p>
            <a:pPr algn="just" eaLnBrk="1" hangingPunct="1">
              <a:spcBef>
                <a:spcPct val="50000"/>
              </a:spcBef>
              <a:defRPr/>
            </a:pPr>
            <a:r>
              <a:rPr lang="es-MX" sz="2500" b="1" i="1" dirty="0"/>
              <a:t>Código:</a:t>
            </a:r>
            <a:r>
              <a:rPr lang="es-MX" sz="2500" dirty="0"/>
              <a:t> conjunto de especificaciones para efectuar el análisis, diseño y fabricación de un elemento o sistema, buscando alcanzar un grado especificado de seguridad y funcionamiento: ASME, AGMA, AISC, BSI, API.</a:t>
            </a:r>
          </a:p>
        </p:txBody>
      </p:sp>
      <p:sp>
        <p:nvSpPr>
          <p:cNvPr id="4" name="Rectangle 2"/>
          <p:cNvSpPr>
            <a:spLocks noChangeArrowheads="1"/>
          </p:cNvSpPr>
          <p:nvPr/>
        </p:nvSpPr>
        <p:spPr bwMode="auto">
          <a:xfrm>
            <a:off x="3143673" y="684434"/>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25290623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1" name="Text Box 3"/>
          <p:cNvSpPr txBox="1">
            <a:spLocks noChangeArrowheads="1"/>
          </p:cNvSpPr>
          <p:nvPr/>
        </p:nvSpPr>
        <p:spPr bwMode="auto">
          <a:xfrm>
            <a:off x="1544128" y="2171484"/>
            <a:ext cx="9681996" cy="3170099"/>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defRPr/>
            </a:pPr>
            <a:r>
              <a:rPr lang="es-MX" sz="2800" dirty="0"/>
              <a:t>Estudio y evaluación de alternativas.</a:t>
            </a:r>
          </a:p>
          <a:p>
            <a:pPr marL="342900" indent="-342900">
              <a:spcBef>
                <a:spcPct val="50000"/>
              </a:spcBef>
              <a:defRPr/>
            </a:pPr>
            <a:r>
              <a:rPr lang="es-MX" sz="2800" dirty="0"/>
              <a:t>4.4 Rediseño de los componentes de cada propuesta. </a:t>
            </a:r>
          </a:p>
          <a:p>
            <a:pPr algn="just" eaLnBrk="1" hangingPunct="1">
              <a:spcBef>
                <a:spcPct val="50000"/>
              </a:spcBef>
              <a:defRPr/>
            </a:pPr>
            <a:r>
              <a:rPr lang="es-MX" sz="2800" dirty="0"/>
              <a:t>Procedimientos de selección establecidos en catálogos de los fabricantes:</a:t>
            </a:r>
          </a:p>
          <a:p>
            <a:pPr marL="342900" indent="-342900" algn="ctr">
              <a:spcBef>
                <a:spcPct val="50000"/>
              </a:spcBef>
              <a:defRPr/>
            </a:pPr>
            <a:r>
              <a:rPr lang="es-MX" sz="2400" b="1" i="1" dirty="0"/>
              <a:t>SKF, FAG, NTN, RENOLD, GOOD YEAR, INTERMEC, SIEMENS, ASSI, SEW, PARKER.</a:t>
            </a:r>
            <a:endParaRPr lang="es-MX" sz="2400" dirty="0"/>
          </a:p>
        </p:txBody>
      </p:sp>
      <p:sp>
        <p:nvSpPr>
          <p:cNvPr id="4" name="Rectangle 2"/>
          <p:cNvSpPr>
            <a:spLocks noChangeArrowheads="1"/>
          </p:cNvSpPr>
          <p:nvPr/>
        </p:nvSpPr>
        <p:spPr bwMode="auto">
          <a:xfrm>
            <a:off x="3216767" y="980729"/>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5852689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9" name="Text Box 3"/>
          <p:cNvSpPr txBox="1">
            <a:spLocks noChangeArrowheads="1"/>
          </p:cNvSpPr>
          <p:nvPr/>
        </p:nvSpPr>
        <p:spPr bwMode="auto">
          <a:xfrm>
            <a:off x="1190445" y="2265613"/>
            <a:ext cx="10021231" cy="3631763"/>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pPr>
            <a:r>
              <a:rPr lang="es-MX" sz="2800" dirty="0"/>
              <a:t>Estudio y evaluación de alternativas.</a:t>
            </a:r>
          </a:p>
          <a:p>
            <a:pPr marL="342900" indent="-342900">
              <a:spcBef>
                <a:spcPct val="50000"/>
              </a:spcBef>
            </a:pPr>
            <a:r>
              <a:rPr lang="es-MX" sz="2800" dirty="0"/>
              <a:t>4.4 Rediseño de los componentes de cada    propuesta. </a:t>
            </a:r>
            <a:endParaRPr lang="es-MX" sz="2400" dirty="0"/>
          </a:p>
          <a:p>
            <a:pPr marL="342900" indent="-342900">
              <a:spcBef>
                <a:spcPts val="600"/>
              </a:spcBef>
            </a:pPr>
            <a:r>
              <a:rPr lang="es-MX" sz="2800" dirty="0"/>
              <a:t>Contemplar el empleo de herramientas de</a:t>
            </a:r>
          </a:p>
          <a:p>
            <a:pPr marL="342900" indent="-342900">
              <a:spcBef>
                <a:spcPts val="600"/>
              </a:spcBef>
            </a:pPr>
            <a:r>
              <a:rPr lang="es-MX" sz="2800" dirty="0"/>
              <a:t>cálculo, como análisis por </a:t>
            </a:r>
            <a:r>
              <a:rPr lang="es-MX" sz="2800" b="1" i="1" dirty="0"/>
              <a:t>elementos finitos</a:t>
            </a:r>
            <a:r>
              <a:rPr lang="es-MX" sz="2800" dirty="0"/>
              <a:t>.</a:t>
            </a:r>
          </a:p>
          <a:p>
            <a:pPr marL="342900" indent="-342900">
              <a:spcBef>
                <a:spcPts val="600"/>
              </a:spcBef>
            </a:pPr>
            <a:endParaRPr lang="es-MX" sz="2800" dirty="0"/>
          </a:p>
          <a:p>
            <a:pPr marL="342900" indent="-342900">
              <a:spcBef>
                <a:spcPts val="600"/>
              </a:spcBef>
            </a:pPr>
            <a:r>
              <a:rPr lang="es-MX" sz="2800" dirty="0"/>
              <a:t>Además el empleo de programas de </a:t>
            </a:r>
            <a:r>
              <a:rPr lang="es-MX" sz="2800" b="1" i="1" dirty="0"/>
              <a:t>modelación</a:t>
            </a:r>
            <a:r>
              <a:rPr lang="es-MX" sz="2800" dirty="0"/>
              <a:t> y </a:t>
            </a:r>
            <a:r>
              <a:rPr lang="es-MX" sz="2800" b="1" i="1" dirty="0"/>
              <a:t>simulación.</a:t>
            </a:r>
          </a:p>
        </p:txBody>
      </p:sp>
      <p:sp>
        <p:nvSpPr>
          <p:cNvPr id="4" name="Rectangle 2"/>
          <p:cNvSpPr>
            <a:spLocks noChangeArrowheads="1"/>
          </p:cNvSpPr>
          <p:nvPr/>
        </p:nvSpPr>
        <p:spPr bwMode="auto">
          <a:xfrm>
            <a:off x="3285947" y="822820"/>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458646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3" name="Text Box 3"/>
          <p:cNvSpPr txBox="1">
            <a:spLocks noChangeArrowheads="1"/>
          </p:cNvSpPr>
          <p:nvPr/>
        </p:nvSpPr>
        <p:spPr bwMode="auto">
          <a:xfrm>
            <a:off x="1784077" y="1589741"/>
            <a:ext cx="8064500" cy="457200"/>
          </a:xfrm>
          <a:prstGeom prst="rect">
            <a:avLst/>
          </a:prstGeom>
          <a:noFill/>
          <a:ln w="9525">
            <a:noFill/>
            <a:miter lim="800000"/>
            <a:headEnd/>
            <a:tailEnd/>
          </a:ln>
        </p:spPr>
        <p:txBody>
          <a:bodyPr>
            <a:spAutoFit/>
          </a:bodyPr>
          <a:lstStyle/>
          <a:p>
            <a:pPr algn="ctr" eaLnBrk="1" hangingPunct="1">
              <a:spcBef>
                <a:spcPct val="50000"/>
              </a:spcBef>
            </a:pPr>
            <a:r>
              <a:rPr lang="es-MX" sz="2400" dirty="0"/>
              <a:t>Método de los elementos finitos: caldera 1000BHP.</a:t>
            </a:r>
            <a:endParaRPr lang="es-ES" sz="2400" dirty="0"/>
          </a:p>
        </p:txBody>
      </p:sp>
      <p:pic>
        <p:nvPicPr>
          <p:cNvPr id="199684" name="Picture 5"/>
          <p:cNvPicPr>
            <a:picLocks noChangeAspect="1" noChangeArrowheads="1"/>
          </p:cNvPicPr>
          <p:nvPr/>
        </p:nvPicPr>
        <p:blipFill>
          <a:blip r:embed="rId2"/>
          <a:srcRect/>
          <a:stretch>
            <a:fillRect/>
          </a:stretch>
        </p:blipFill>
        <p:spPr bwMode="auto">
          <a:xfrm>
            <a:off x="2976410" y="2297107"/>
            <a:ext cx="6120681" cy="4156484"/>
          </a:xfrm>
          <a:prstGeom prst="rect">
            <a:avLst/>
          </a:prstGeom>
          <a:noFill/>
          <a:ln w="9525">
            <a:noFill/>
            <a:miter lim="800000"/>
            <a:headEnd/>
            <a:tailEnd/>
          </a:ln>
        </p:spPr>
      </p:pic>
      <p:sp>
        <p:nvSpPr>
          <p:cNvPr id="5" name="Rectangle 2"/>
          <p:cNvSpPr>
            <a:spLocks noChangeArrowheads="1"/>
          </p:cNvSpPr>
          <p:nvPr/>
        </p:nvSpPr>
        <p:spPr bwMode="auto">
          <a:xfrm>
            <a:off x="3359697" y="653117"/>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050065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7" name="Text Box 3"/>
          <p:cNvSpPr txBox="1">
            <a:spLocks noChangeArrowheads="1"/>
          </p:cNvSpPr>
          <p:nvPr/>
        </p:nvSpPr>
        <p:spPr bwMode="auto">
          <a:xfrm>
            <a:off x="2135560" y="1758819"/>
            <a:ext cx="8064500" cy="457200"/>
          </a:xfrm>
          <a:prstGeom prst="rect">
            <a:avLst/>
          </a:prstGeom>
          <a:noFill/>
          <a:ln w="9525">
            <a:noFill/>
            <a:miter lim="800000"/>
            <a:headEnd/>
            <a:tailEnd/>
          </a:ln>
        </p:spPr>
        <p:txBody>
          <a:bodyPr>
            <a:spAutoFit/>
          </a:bodyPr>
          <a:lstStyle/>
          <a:p>
            <a:pPr algn="ctr" eaLnBrk="1" hangingPunct="1">
              <a:spcBef>
                <a:spcPct val="50000"/>
              </a:spcBef>
            </a:pPr>
            <a:r>
              <a:rPr lang="es-MX" sz="2400" dirty="0"/>
              <a:t>Método de los elementos finitos: caldera 1000BHP.</a:t>
            </a:r>
            <a:endParaRPr lang="es-ES" sz="2400" dirty="0"/>
          </a:p>
        </p:txBody>
      </p:sp>
      <p:pic>
        <p:nvPicPr>
          <p:cNvPr id="200708" name="Picture 5"/>
          <p:cNvPicPr>
            <a:picLocks noChangeAspect="1" noChangeArrowheads="1"/>
          </p:cNvPicPr>
          <p:nvPr/>
        </p:nvPicPr>
        <p:blipFill>
          <a:blip r:embed="rId2"/>
          <a:srcRect/>
          <a:stretch>
            <a:fillRect/>
          </a:stretch>
        </p:blipFill>
        <p:spPr bwMode="auto">
          <a:xfrm>
            <a:off x="2855640" y="2216020"/>
            <a:ext cx="6173788" cy="4071937"/>
          </a:xfrm>
          <a:prstGeom prst="rect">
            <a:avLst/>
          </a:prstGeom>
          <a:noFill/>
          <a:ln w="9525">
            <a:noFill/>
            <a:miter lim="800000"/>
            <a:headEnd/>
            <a:tailEnd/>
          </a:ln>
        </p:spPr>
      </p:pic>
      <p:sp>
        <p:nvSpPr>
          <p:cNvPr id="5" name="Rectangle 2"/>
          <p:cNvSpPr>
            <a:spLocks noChangeArrowheads="1"/>
          </p:cNvSpPr>
          <p:nvPr/>
        </p:nvSpPr>
        <p:spPr bwMode="auto">
          <a:xfrm>
            <a:off x="2931151" y="543898"/>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40251340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5" name="Picture 2" descr="http://www.eadic.com/blog/wp-content/uploads/2012/08/Analisis-tridimensionales-Preproceso-y-M.E.F..png"/>
          <p:cNvPicPr>
            <a:picLocks noChangeAspect="1" noChangeArrowheads="1"/>
          </p:cNvPicPr>
          <p:nvPr/>
        </p:nvPicPr>
        <p:blipFill>
          <a:blip r:embed="rId2"/>
          <a:srcRect/>
          <a:stretch>
            <a:fillRect/>
          </a:stretch>
        </p:blipFill>
        <p:spPr bwMode="auto">
          <a:xfrm>
            <a:off x="2848633" y="2120937"/>
            <a:ext cx="6075634" cy="3999792"/>
          </a:xfrm>
          <a:prstGeom prst="rect">
            <a:avLst/>
          </a:prstGeom>
          <a:noFill/>
          <a:ln w="9525">
            <a:noFill/>
            <a:miter lim="800000"/>
            <a:headEnd/>
            <a:tailEnd/>
          </a:ln>
        </p:spPr>
      </p:pic>
      <p:sp>
        <p:nvSpPr>
          <p:cNvPr id="202756" name="5 CuadroTexto"/>
          <p:cNvSpPr txBox="1">
            <a:spLocks noChangeArrowheads="1"/>
          </p:cNvSpPr>
          <p:nvPr/>
        </p:nvSpPr>
        <p:spPr bwMode="auto">
          <a:xfrm>
            <a:off x="5979298" y="5779277"/>
            <a:ext cx="1664214" cy="276999"/>
          </a:xfrm>
          <a:prstGeom prst="rect">
            <a:avLst/>
          </a:prstGeom>
          <a:noFill/>
          <a:ln w="9525">
            <a:noFill/>
            <a:miter lim="800000"/>
            <a:headEnd/>
            <a:tailEnd/>
          </a:ln>
        </p:spPr>
        <p:txBody>
          <a:bodyPr wrap="square">
            <a:spAutoFit/>
          </a:bodyPr>
          <a:lstStyle/>
          <a:p>
            <a:r>
              <a:rPr lang="es-ES" sz="1200" dirty="0">
                <a:hlinkClick r:id="rId3"/>
              </a:rPr>
              <a:t>www.eadic.com</a:t>
            </a:r>
            <a:endParaRPr lang="es-ES" sz="1200" dirty="0"/>
          </a:p>
        </p:txBody>
      </p:sp>
      <p:sp>
        <p:nvSpPr>
          <p:cNvPr id="5" name="Rectangle 2"/>
          <p:cNvSpPr>
            <a:spLocks noChangeArrowheads="1"/>
          </p:cNvSpPr>
          <p:nvPr/>
        </p:nvSpPr>
        <p:spPr bwMode="auto">
          <a:xfrm>
            <a:off x="1924050" y="651546"/>
            <a:ext cx="7924800"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9864238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1" name="Text Box 3"/>
          <p:cNvSpPr txBox="1">
            <a:spLocks noChangeArrowheads="1"/>
          </p:cNvSpPr>
          <p:nvPr/>
        </p:nvSpPr>
        <p:spPr bwMode="auto">
          <a:xfrm>
            <a:off x="1587261" y="1931451"/>
            <a:ext cx="9813556" cy="4124206"/>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defRPr/>
            </a:pPr>
            <a:r>
              <a:rPr lang="es-MX" sz="2800" dirty="0"/>
              <a:t>Estudio y evaluación de alternativas.</a:t>
            </a:r>
          </a:p>
          <a:p>
            <a:pPr marL="342900" indent="-342900">
              <a:spcBef>
                <a:spcPct val="50000"/>
              </a:spcBef>
              <a:defRPr/>
            </a:pPr>
            <a:r>
              <a:rPr lang="es-MX" sz="2800" dirty="0"/>
              <a:t>4.4 </a:t>
            </a:r>
            <a:r>
              <a:rPr lang="es-MX" sz="2400" dirty="0"/>
              <a:t>Rediseño de los componentes de cada propuesta. </a:t>
            </a:r>
          </a:p>
          <a:p>
            <a:pPr marL="342900" indent="-342900" algn="ctr">
              <a:defRPr/>
            </a:pPr>
            <a:endParaRPr lang="es-MX" sz="2400" b="1" i="1" dirty="0"/>
          </a:p>
          <a:p>
            <a:pPr marL="342900" indent="-342900" algn="ctr">
              <a:defRPr/>
            </a:pPr>
            <a:r>
              <a:rPr lang="es-MX" sz="2400" b="1" i="1" dirty="0"/>
              <a:t>Importante:</a:t>
            </a:r>
          </a:p>
          <a:p>
            <a:pPr algn="just">
              <a:defRPr/>
            </a:pPr>
            <a:r>
              <a:rPr lang="es-MX" sz="2400" dirty="0"/>
              <a:t>No existe un enfoque matemático para toda decisión de diseño y en muchos casos estas decisiones deben ser dadas con base en la </a:t>
            </a:r>
            <a:r>
              <a:rPr lang="es-MX" sz="2400" b="1" i="1" dirty="0"/>
              <a:t>experiencia</a:t>
            </a:r>
            <a:r>
              <a:rPr lang="es-MX" sz="2400" dirty="0"/>
              <a:t>.</a:t>
            </a:r>
          </a:p>
          <a:p>
            <a:pPr algn="just">
              <a:defRPr/>
            </a:pPr>
            <a:endParaRPr lang="es-MX" sz="2400" dirty="0"/>
          </a:p>
          <a:p>
            <a:pPr algn="just">
              <a:defRPr/>
            </a:pPr>
            <a:r>
              <a:rPr lang="es-MX" sz="2400" dirty="0"/>
              <a:t>Además otras decisiones deben ser tomadas con base en </a:t>
            </a:r>
            <a:r>
              <a:rPr lang="es-MX" sz="2400" b="1" i="1" dirty="0"/>
              <a:t>factores estéticos o de proporcionalidad dimensional</a:t>
            </a:r>
            <a:r>
              <a:rPr lang="es-MX" sz="2400" dirty="0"/>
              <a:t>.</a:t>
            </a:r>
            <a:endParaRPr lang="es-MX" sz="2400" b="1" i="1" dirty="0"/>
          </a:p>
        </p:txBody>
      </p:sp>
      <p:sp>
        <p:nvSpPr>
          <p:cNvPr id="4" name="Rectangle 2"/>
          <p:cNvSpPr>
            <a:spLocks noChangeArrowheads="1"/>
          </p:cNvSpPr>
          <p:nvPr/>
        </p:nvSpPr>
        <p:spPr bwMode="auto">
          <a:xfrm>
            <a:off x="3215681" y="836713"/>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7418363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1" name="Text Box 3"/>
          <p:cNvSpPr txBox="1">
            <a:spLocks noChangeArrowheads="1"/>
          </p:cNvSpPr>
          <p:nvPr/>
        </p:nvSpPr>
        <p:spPr bwMode="auto">
          <a:xfrm>
            <a:off x="1242205" y="2276872"/>
            <a:ext cx="9885870" cy="3600986"/>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pPr>
            <a:r>
              <a:rPr lang="es-MX" sz="3200" dirty="0"/>
              <a:t>Estudio y evaluación de alternativas.</a:t>
            </a:r>
          </a:p>
          <a:p>
            <a:pPr marL="342900" indent="-342900">
              <a:spcBef>
                <a:spcPct val="50000"/>
              </a:spcBef>
            </a:pPr>
            <a:r>
              <a:rPr lang="es-MX" sz="2800" dirty="0"/>
              <a:t>4.5 Evaluación de la </a:t>
            </a:r>
            <a:r>
              <a:rPr lang="es-MX" sz="2800" b="1" i="1" dirty="0"/>
              <a:t>factibilidad</a:t>
            </a:r>
            <a:r>
              <a:rPr lang="es-MX" sz="2800" dirty="0"/>
              <a:t> de las propuestas </a:t>
            </a:r>
            <a:r>
              <a:rPr lang="es-MX" sz="2800" b="1" i="1" dirty="0"/>
              <a:t>(habilidad 1).</a:t>
            </a:r>
          </a:p>
          <a:p>
            <a:pPr marL="342900" indent="-342900">
              <a:spcBef>
                <a:spcPct val="50000"/>
              </a:spcBef>
            </a:pPr>
            <a:endParaRPr lang="es-MX" sz="2400" dirty="0"/>
          </a:p>
          <a:p>
            <a:pPr marL="0" lvl="1" algn="just"/>
            <a:r>
              <a:rPr lang="es-MX" sz="2800" dirty="0"/>
              <a:t>Es el proceso que asegura que un conjunto de especificaciones dado sea </a:t>
            </a:r>
            <a:r>
              <a:rPr lang="es-MX" sz="2800" b="1" i="1" dirty="0"/>
              <a:t>satisfactorio</a:t>
            </a:r>
            <a:r>
              <a:rPr lang="es-MX" sz="2800" dirty="0"/>
              <a:t>: adecuado, posible y aceptable.</a:t>
            </a:r>
          </a:p>
        </p:txBody>
      </p:sp>
      <p:sp>
        <p:nvSpPr>
          <p:cNvPr id="4" name="Rectangle 2"/>
          <p:cNvSpPr>
            <a:spLocks noChangeArrowheads="1"/>
          </p:cNvSpPr>
          <p:nvPr/>
        </p:nvSpPr>
        <p:spPr bwMode="auto">
          <a:xfrm>
            <a:off x="3260068" y="992897"/>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581563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5" name="Text Box 3"/>
          <p:cNvSpPr txBox="1">
            <a:spLocks noChangeArrowheads="1"/>
          </p:cNvSpPr>
          <p:nvPr/>
        </p:nvSpPr>
        <p:spPr bwMode="auto">
          <a:xfrm>
            <a:off x="1224952" y="2305749"/>
            <a:ext cx="10325819" cy="3447098"/>
          </a:xfrm>
          <a:prstGeom prst="rect">
            <a:avLst/>
          </a:prstGeom>
          <a:noFill/>
          <a:ln w="9525">
            <a:noFill/>
            <a:miter lim="800000"/>
            <a:headEnd/>
            <a:tailEnd/>
          </a:ln>
        </p:spPr>
        <p:txBody>
          <a:bodyPr wrap="square">
            <a:spAutoFit/>
          </a:bodyPr>
          <a:lstStyle/>
          <a:p>
            <a:pPr marL="342900" indent="-342900">
              <a:spcBef>
                <a:spcPct val="50000"/>
              </a:spcBef>
              <a:buFontTx/>
              <a:buAutoNum type="arabicPeriod" startAt="4"/>
            </a:pPr>
            <a:r>
              <a:rPr lang="es-MX" sz="2800" dirty="0"/>
              <a:t>Estudio y evaluación de alternativas</a:t>
            </a:r>
            <a:r>
              <a:rPr lang="es-MX" sz="2400" dirty="0"/>
              <a:t>.</a:t>
            </a:r>
          </a:p>
          <a:p>
            <a:pPr marL="342900" indent="-342900">
              <a:spcBef>
                <a:spcPct val="50000"/>
              </a:spcBef>
            </a:pPr>
            <a:r>
              <a:rPr lang="es-MX" sz="2800" dirty="0"/>
              <a:t>4.6 Estrategia de </a:t>
            </a:r>
            <a:r>
              <a:rPr lang="es-MX" sz="2800" b="1" i="1" dirty="0"/>
              <a:t>optimización (habilidad 2).</a:t>
            </a:r>
          </a:p>
          <a:p>
            <a:pPr marL="342900" indent="-342900">
              <a:spcBef>
                <a:spcPct val="50000"/>
              </a:spcBef>
            </a:pPr>
            <a:endParaRPr lang="es-MX" sz="2400" dirty="0"/>
          </a:p>
          <a:p>
            <a:pPr marL="0" lvl="1" algn="just"/>
            <a:r>
              <a:rPr lang="es-MX" sz="2800" dirty="0"/>
              <a:t>Es el proceso para identificar las mejores alternativas. Emplea el método de las </a:t>
            </a:r>
            <a:r>
              <a:rPr lang="es-MX" sz="2800" b="1" i="1" dirty="0"/>
              <a:t>cifras de mérito </a:t>
            </a:r>
            <a:r>
              <a:rPr lang="es-MX" sz="2800" dirty="0"/>
              <a:t>y estas</a:t>
            </a:r>
            <a:r>
              <a:rPr lang="es-MX" sz="2800" b="1" i="1" dirty="0"/>
              <a:t> </a:t>
            </a:r>
            <a:r>
              <a:rPr lang="es-MX" sz="2800" dirty="0"/>
              <a:t>pueden estar</a:t>
            </a:r>
            <a:r>
              <a:rPr lang="es-MX" sz="2800" b="1" i="1" dirty="0"/>
              <a:t> </a:t>
            </a:r>
            <a:r>
              <a:rPr lang="es-MX" sz="2800" dirty="0"/>
              <a:t>relacionadas con: costo, seguridad, estética, tiempo de ejecución, etc.</a:t>
            </a:r>
          </a:p>
        </p:txBody>
      </p:sp>
      <p:sp>
        <p:nvSpPr>
          <p:cNvPr id="4" name="Rectangle 2"/>
          <p:cNvSpPr>
            <a:spLocks noChangeArrowheads="1"/>
          </p:cNvSpPr>
          <p:nvPr/>
        </p:nvSpPr>
        <p:spPr bwMode="auto">
          <a:xfrm>
            <a:off x="3266418" y="980729"/>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4043490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826" name="Rectangle 2"/>
          <p:cNvSpPr>
            <a:spLocks noChangeArrowheads="1"/>
          </p:cNvSpPr>
          <p:nvPr/>
        </p:nvSpPr>
        <p:spPr bwMode="auto">
          <a:xfrm>
            <a:off x="3503712" y="764704"/>
            <a:ext cx="5397500" cy="579438"/>
          </a:xfrm>
          <a:prstGeom prst="rect">
            <a:avLst/>
          </a:prstGeom>
          <a:noFill/>
          <a:ln w="9525">
            <a:noFill/>
            <a:miter lim="800000"/>
            <a:headEnd/>
            <a:tailEnd/>
          </a:ln>
        </p:spPr>
        <p:txBody>
          <a:bodyPr anchor="ctr"/>
          <a:lstStyle/>
          <a:p>
            <a:pPr algn="ctr" eaLnBrk="1" hangingPunct="1"/>
            <a:r>
              <a:rPr lang="es-MX" sz="3600" b="1" dirty="0"/>
              <a:t>Reflexión</a:t>
            </a:r>
            <a:endParaRPr lang="es-ES" sz="3600" b="1" dirty="0"/>
          </a:p>
        </p:txBody>
      </p:sp>
      <p:sp>
        <p:nvSpPr>
          <p:cNvPr id="205827" name="4 Rectángulo"/>
          <p:cNvSpPr>
            <a:spLocks noChangeArrowheads="1"/>
          </p:cNvSpPr>
          <p:nvPr/>
        </p:nvSpPr>
        <p:spPr bwMode="auto">
          <a:xfrm>
            <a:off x="1509623" y="1591299"/>
            <a:ext cx="9739222" cy="4093428"/>
          </a:xfrm>
          <a:prstGeom prst="rect">
            <a:avLst/>
          </a:prstGeom>
          <a:noFill/>
          <a:ln w="9525">
            <a:noFill/>
            <a:miter lim="800000"/>
            <a:headEnd/>
            <a:tailEnd/>
          </a:ln>
        </p:spPr>
        <p:txBody>
          <a:bodyPr wrap="square">
            <a:spAutoFit/>
          </a:bodyPr>
          <a:lstStyle/>
          <a:p>
            <a:r>
              <a:rPr lang="es-ES" sz="2000" dirty="0"/>
              <a:t>En muchos casos las consideraciones de diseño importantes son tales que no es necesario hacer cálculos para definir un elemento. Pero los estudiantes, en especial, suelen confundirse cuando se encuentran en situaciones en que es virtualmente imposible efectuar un solo cálculo y, sin embargo, tiene que tomarse una decisión importante… Estos puntos se exponen aquí de modo que no se crea que existe un enfoque matemático racional para toda decisión de diseño.</a:t>
            </a:r>
          </a:p>
          <a:p>
            <a:pPr algn="r"/>
            <a:r>
              <a:rPr lang="es-ES" sz="2000" i="1" dirty="0" err="1"/>
              <a:t>Shigley</a:t>
            </a:r>
            <a:endParaRPr lang="es-ES" sz="2000" i="1" dirty="0"/>
          </a:p>
          <a:p>
            <a:endParaRPr lang="es-ES" sz="2000" dirty="0"/>
          </a:p>
          <a:p>
            <a:r>
              <a:rPr lang="es-ES" sz="2000" dirty="0"/>
              <a:t>Cuando estoy trabajando en un problema, nunca pienso en la belleza, sólo pienso en cómo resolver este problema, pero cuando he terminado, si la solución no es bella sé que está mal.</a:t>
            </a:r>
          </a:p>
          <a:p>
            <a:pPr algn="r"/>
            <a:r>
              <a:rPr lang="es-ES" sz="2000" i="1" dirty="0"/>
              <a:t>Richard </a:t>
            </a:r>
            <a:r>
              <a:rPr lang="es-ES" sz="2000" i="1" dirty="0" err="1"/>
              <a:t>Buckminister</a:t>
            </a:r>
            <a:r>
              <a:rPr lang="es-ES" sz="2000" i="1" dirty="0"/>
              <a:t> </a:t>
            </a:r>
            <a:r>
              <a:rPr lang="es-ES" sz="2000" i="1" dirty="0" err="1"/>
              <a:t>Fuller</a:t>
            </a:r>
            <a:r>
              <a:rPr lang="es-ES" sz="2000" i="1" dirty="0"/>
              <a:t> – </a:t>
            </a:r>
            <a:r>
              <a:rPr lang="es-ES" sz="2000" i="1" dirty="0" err="1"/>
              <a:t>Hamrock</a:t>
            </a:r>
            <a:r>
              <a:rPr lang="es-ES" sz="2000" i="1" dirty="0"/>
              <a:t>, pág. 27</a:t>
            </a:r>
            <a:endParaRPr lang="es-ES" sz="2000" dirty="0"/>
          </a:p>
        </p:txBody>
      </p:sp>
    </p:spTree>
    <p:extLst>
      <p:ext uri="{BB962C8B-B14F-4D97-AF65-F5344CB8AC3E}">
        <p14:creationId xmlns:p14="http://schemas.microsoft.com/office/powerpoint/2010/main" val="1223692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9" name="Text Box 3"/>
          <p:cNvSpPr txBox="1">
            <a:spLocks noChangeArrowheads="1"/>
          </p:cNvSpPr>
          <p:nvPr/>
        </p:nvSpPr>
        <p:spPr bwMode="auto">
          <a:xfrm>
            <a:off x="1155939" y="2204865"/>
            <a:ext cx="9678837" cy="3970318"/>
          </a:xfrm>
          <a:prstGeom prst="rect">
            <a:avLst/>
          </a:prstGeom>
          <a:noFill/>
          <a:ln w="9525">
            <a:noFill/>
            <a:miter lim="800000"/>
            <a:headEnd/>
            <a:tailEnd/>
          </a:ln>
        </p:spPr>
        <p:txBody>
          <a:bodyPr wrap="square">
            <a:spAutoFit/>
          </a:bodyPr>
          <a:lstStyle/>
          <a:p>
            <a:pPr marL="542925" indent="-542925" algn="just">
              <a:spcBef>
                <a:spcPct val="50000"/>
              </a:spcBef>
              <a:buAutoNum type="arabicPeriod" startAt="5"/>
            </a:pPr>
            <a:r>
              <a:rPr lang="es-MX" sz="2800" dirty="0"/>
              <a:t>Análisis de las implicaciones de las modificaciones en otros subsistemas o componentes de la máquina.</a:t>
            </a:r>
          </a:p>
          <a:p>
            <a:pPr marL="542925" indent="-542925" algn="just">
              <a:spcBef>
                <a:spcPct val="50000"/>
              </a:spcBef>
              <a:buFontTx/>
              <a:buAutoNum type="arabicPeriod" startAt="5"/>
            </a:pPr>
            <a:r>
              <a:rPr lang="es-MX" sz="2800" dirty="0"/>
              <a:t>Análisis de las implicaciones de las modificaciones en servicios: energía, agua, combustibles, aire comprimido, etc.</a:t>
            </a:r>
          </a:p>
          <a:p>
            <a:pPr marL="542925" indent="-542925" algn="just">
              <a:spcBef>
                <a:spcPct val="50000"/>
              </a:spcBef>
              <a:buFontTx/>
              <a:buAutoNum type="arabicPeriod" startAt="5"/>
            </a:pPr>
            <a:r>
              <a:rPr lang="es-MX" sz="2800" dirty="0"/>
              <a:t>Estudio de costos y análisis    comparativo del costo-beneficio (retorno sobre la inversión).</a:t>
            </a:r>
          </a:p>
        </p:txBody>
      </p:sp>
      <p:sp>
        <p:nvSpPr>
          <p:cNvPr id="4" name="Rectangle 2"/>
          <p:cNvSpPr>
            <a:spLocks noChangeArrowheads="1"/>
          </p:cNvSpPr>
          <p:nvPr/>
        </p:nvSpPr>
        <p:spPr bwMode="auto">
          <a:xfrm>
            <a:off x="3270637" y="978382"/>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5402527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1" name="Text Box 3"/>
          <p:cNvSpPr txBox="1">
            <a:spLocks noChangeArrowheads="1"/>
          </p:cNvSpPr>
          <p:nvPr/>
        </p:nvSpPr>
        <p:spPr bwMode="auto">
          <a:xfrm>
            <a:off x="1768415" y="2420889"/>
            <a:ext cx="9100868" cy="3324225"/>
          </a:xfrm>
          <a:prstGeom prst="rect">
            <a:avLst/>
          </a:prstGeom>
          <a:noFill/>
          <a:ln w="9525">
            <a:noFill/>
            <a:miter lim="800000"/>
            <a:headEnd/>
            <a:tailEnd/>
          </a:ln>
        </p:spPr>
        <p:txBody>
          <a:bodyPr wrap="square">
            <a:spAutoFit/>
          </a:bodyPr>
          <a:lstStyle/>
          <a:p>
            <a:pPr marL="342900" indent="-342900">
              <a:spcBef>
                <a:spcPct val="50000"/>
              </a:spcBef>
            </a:pPr>
            <a:r>
              <a:rPr lang="es-MX" sz="2800" dirty="0"/>
              <a:t>8. Implementación.</a:t>
            </a:r>
          </a:p>
          <a:p>
            <a:pPr marL="342900" indent="-342900">
              <a:spcBef>
                <a:spcPct val="50000"/>
              </a:spcBef>
              <a:buFontTx/>
              <a:buChar char="•"/>
            </a:pPr>
            <a:r>
              <a:rPr lang="es-MX" sz="2800" dirty="0"/>
              <a:t>Especificaciones finales.</a:t>
            </a:r>
          </a:p>
          <a:p>
            <a:pPr marL="342900" indent="-342900">
              <a:spcBef>
                <a:spcPct val="50000"/>
              </a:spcBef>
              <a:buFontTx/>
              <a:buChar char="•"/>
            </a:pPr>
            <a:r>
              <a:rPr lang="es-MX" sz="2800" dirty="0"/>
              <a:t>Programación de actividades para consecución de partes y fabricaciones.</a:t>
            </a:r>
          </a:p>
          <a:p>
            <a:pPr marL="342900" indent="-342900">
              <a:spcBef>
                <a:spcPct val="50000"/>
              </a:spcBef>
              <a:buFontTx/>
              <a:buChar char="•"/>
            </a:pPr>
            <a:r>
              <a:rPr lang="es-MX" sz="2800" dirty="0"/>
              <a:t>Ensambles, montaje, ensayos, pruebas, puesta en marcha.</a:t>
            </a:r>
          </a:p>
        </p:txBody>
      </p:sp>
      <p:sp>
        <p:nvSpPr>
          <p:cNvPr id="4" name="Rectangle 2"/>
          <p:cNvSpPr>
            <a:spLocks noChangeArrowheads="1"/>
          </p:cNvSpPr>
          <p:nvPr/>
        </p:nvSpPr>
        <p:spPr bwMode="auto">
          <a:xfrm>
            <a:off x="3232730" y="1124745"/>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3421729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9" name="Text Box 3"/>
          <p:cNvSpPr txBox="1">
            <a:spLocks noChangeArrowheads="1"/>
          </p:cNvSpPr>
          <p:nvPr/>
        </p:nvSpPr>
        <p:spPr bwMode="auto">
          <a:xfrm>
            <a:off x="1544129" y="2259620"/>
            <a:ext cx="9704716" cy="3323987"/>
          </a:xfrm>
          <a:prstGeom prst="rect">
            <a:avLst/>
          </a:prstGeom>
          <a:noFill/>
          <a:ln w="9525">
            <a:noFill/>
            <a:miter lim="800000"/>
            <a:headEnd/>
            <a:tailEnd/>
          </a:ln>
        </p:spPr>
        <p:txBody>
          <a:bodyPr wrap="square">
            <a:spAutoFit/>
          </a:bodyPr>
          <a:lstStyle/>
          <a:p>
            <a:pPr marL="342900" indent="-342900">
              <a:spcBef>
                <a:spcPct val="50000"/>
              </a:spcBef>
              <a:defRPr/>
            </a:pPr>
            <a:r>
              <a:rPr lang="es-MX" sz="2800" dirty="0"/>
              <a:t>9. Revaloración de la máquina.</a:t>
            </a:r>
          </a:p>
          <a:p>
            <a:pPr marL="342900" indent="-342900">
              <a:spcBef>
                <a:spcPct val="50000"/>
              </a:spcBef>
              <a:defRPr/>
            </a:pPr>
            <a:r>
              <a:rPr lang="es-MX" sz="2800" dirty="0"/>
              <a:t>10. Evaluación final.</a:t>
            </a:r>
          </a:p>
          <a:p>
            <a:pPr marL="342900" algn="just">
              <a:defRPr/>
            </a:pPr>
            <a:endParaRPr lang="es-MX" sz="2800" dirty="0"/>
          </a:p>
          <a:p>
            <a:pPr algn="just">
              <a:defRPr/>
            </a:pPr>
            <a:r>
              <a:rPr lang="es-MX" sz="2800" dirty="0"/>
              <a:t>Confrontar los aspectos funcionales, técnicos y de costos.</a:t>
            </a:r>
          </a:p>
          <a:p>
            <a:pPr algn="just">
              <a:defRPr/>
            </a:pPr>
            <a:r>
              <a:rPr lang="es-MX" sz="2800" b="1" i="1" dirty="0"/>
              <a:t>Evaluar con las personas relacionadas directamente con los procesos</a:t>
            </a:r>
            <a:r>
              <a:rPr lang="es-MX" sz="2800" dirty="0"/>
              <a:t>.</a:t>
            </a:r>
          </a:p>
        </p:txBody>
      </p:sp>
      <p:sp>
        <p:nvSpPr>
          <p:cNvPr id="4" name="Rectangle 2"/>
          <p:cNvSpPr>
            <a:spLocks noChangeArrowheads="1"/>
          </p:cNvSpPr>
          <p:nvPr/>
        </p:nvSpPr>
        <p:spPr bwMode="auto">
          <a:xfrm>
            <a:off x="3311218" y="996711"/>
            <a:ext cx="5886723" cy="936625"/>
          </a:xfrm>
          <a:prstGeom prst="rect">
            <a:avLst/>
          </a:prstGeom>
          <a:noFill/>
          <a:ln w="9525">
            <a:noFill/>
            <a:miter lim="800000"/>
            <a:headEnd/>
            <a:tailEnd/>
          </a:ln>
        </p:spPr>
        <p:txBody>
          <a:bodyPr anchor="ctr"/>
          <a:lstStyle/>
          <a:p>
            <a:pPr algn="ctr" eaLnBrk="1" hangingPunct="1"/>
            <a:r>
              <a:rPr lang="es-MX" sz="3400" b="1" dirty="0"/>
              <a:t>Etapas en un proceso de modificación o rediseño</a:t>
            </a:r>
            <a:endParaRPr lang="es-ES" sz="3400" b="1" dirty="0"/>
          </a:p>
        </p:txBody>
      </p:sp>
    </p:spTree>
    <p:extLst>
      <p:ext uri="{BB962C8B-B14F-4D97-AF65-F5344CB8AC3E}">
        <p14:creationId xmlns:p14="http://schemas.microsoft.com/office/powerpoint/2010/main" val="195029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1"/>
          <p:cNvSpPr txBox="1">
            <a:spLocks noChangeArrowheads="1"/>
          </p:cNvSpPr>
          <p:nvPr/>
        </p:nvSpPr>
        <p:spPr bwMode="auto">
          <a:xfrm>
            <a:off x="1157679" y="784989"/>
            <a:ext cx="9731229" cy="954107"/>
          </a:xfrm>
          <a:prstGeom prst="rect">
            <a:avLst/>
          </a:prstGeom>
          <a:noFill/>
          <a:ln w="9525">
            <a:noFill/>
            <a:miter lim="800000"/>
            <a:headEnd/>
            <a:tailEnd/>
          </a:ln>
        </p:spPr>
        <p:txBody>
          <a:bodyPr wrap="square">
            <a:spAutoFit/>
          </a:bodyPr>
          <a:lstStyle/>
          <a:p>
            <a:pPr marL="360363" indent="-360363" algn="ctr">
              <a:defRPr/>
            </a:pPr>
            <a:r>
              <a:rPr lang="es-ES" sz="2800" dirty="0">
                <a:solidFill>
                  <a:schemeClr val="tx1">
                    <a:lumMod val="85000"/>
                    <a:lumOff val="15000"/>
                  </a:schemeClr>
                </a:solidFill>
              </a:rPr>
              <a:t>Aspectos que pueden hacer más eficiente la gestión en el </a:t>
            </a:r>
            <a:r>
              <a:rPr lang="es-ES" sz="2800" b="1" dirty="0">
                <a:solidFill>
                  <a:schemeClr val="tx1">
                    <a:lumMod val="85000"/>
                    <a:lumOff val="15000"/>
                  </a:schemeClr>
                </a:solidFill>
              </a:rPr>
              <a:t>nivel operacional </a:t>
            </a:r>
            <a:r>
              <a:rPr lang="es-ES" sz="2800" dirty="0">
                <a:solidFill>
                  <a:schemeClr val="tx1">
                    <a:lumMod val="85000"/>
                    <a:lumOff val="15000"/>
                  </a:schemeClr>
                </a:solidFill>
              </a:rPr>
              <a:t>de mantenimiento.</a:t>
            </a:r>
          </a:p>
        </p:txBody>
      </p:sp>
      <p:pic>
        <p:nvPicPr>
          <p:cNvPr id="120836" name="Picture 27"/>
          <p:cNvPicPr>
            <a:picLocks noChangeAspect="1" noChangeArrowheads="1"/>
          </p:cNvPicPr>
          <p:nvPr/>
        </p:nvPicPr>
        <p:blipFill>
          <a:blip r:embed="rId2"/>
          <a:srcRect/>
          <a:stretch>
            <a:fillRect/>
          </a:stretch>
        </p:blipFill>
        <p:spPr bwMode="auto">
          <a:xfrm>
            <a:off x="2904294" y="2073449"/>
            <a:ext cx="6237998" cy="4155866"/>
          </a:xfrm>
          <a:prstGeom prst="rect">
            <a:avLst/>
          </a:prstGeom>
          <a:noFill/>
          <a:ln w="9525">
            <a:noFill/>
            <a:miter lim="800000"/>
            <a:headEnd/>
            <a:tailEnd/>
          </a:ln>
        </p:spPr>
      </p:pic>
    </p:spTree>
    <p:extLst>
      <p:ext uri="{BB962C8B-B14F-4D97-AF65-F5344CB8AC3E}">
        <p14:creationId xmlns:p14="http://schemas.microsoft.com/office/powerpoint/2010/main" val="5862976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3 CuadroTexto"/>
          <p:cNvSpPr txBox="1">
            <a:spLocks noChangeArrowheads="1"/>
          </p:cNvSpPr>
          <p:nvPr/>
        </p:nvSpPr>
        <p:spPr bwMode="auto">
          <a:xfrm>
            <a:off x="1959398" y="877938"/>
            <a:ext cx="9142798" cy="1077218"/>
          </a:xfrm>
          <a:prstGeom prst="rect">
            <a:avLst/>
          </a:prstGeom>
          <a:noFill/>
          <a:ln w="9525">
            <a:noFill/>
            <a:miter lim="800000"/>
            <a:headEnd/>
            <a:tailEnd/>
          </a:ln>
        </p:spPr>
        <p:txBody>
          <a:bodyPr wrap="square">
            <a:spAutoFit/>
          </a:bodyPr>
          <a:lstStyle/>
          <a:p>
            <a:pPr algn="ctr"/>
            <a:r>
              <a:rPr lang="es-CO" sz="3200" dirty="0"/>
              <a:t>Aspectos que pueden hacer más eficiente </a:t>
            </a:r>
          </a:p>
          <a:p>
            <a:pPr algn="ctr"/>
            <a:r>
              <a:rPr lang="es-CO" sz="3200" dirty="0"/>
              <a:t>la gestión en el nivel operacional</a:t>
            </a:r>
            <a:endParaRPr lang="es-ES" sz="3200" dirty="0"/>
          </a:p>
        </p:txBody>
      </p:sp>
      <p:sp>
        <p:nvSpPr>
          <p:cNvPr id="155651" name="4 CuadroTexto"/>
          <p:cNvSpPr txBox="1">
            <a:spLocks noChangeArrowheads="1"/>
          </p:cNvSpPr>
          <p:nvPr/>
        </p:nvSpPr>
        <p:spPr bwMode="auto">
          <a:xfrm>
            <a:off x="1604514" y="2556641"/>
            <a:ext cx="8977599" cy="2678112"/>
          </a:xfrm>
          <a:prstGeom prst="rect">
            <a:avLst/>
          </a:prstGeom>
          <a:noFill/>
          <a:ln w="9525">
            <a:noFill/>
            <a:miter lim="800000"/>
            <a:headEnd/>
            <a:tailEnd/>
          </a:ln>
        </p:spPr>
        <p:txBody>
          <a:bodyPr wrap="square">
            <a:spAutoFit/>
          </a:bodyPr>
          <a:lstStyle/>
          <a:p>
            <a:pPr>
              <a:buFont typeface="Wingdings" pitchFamily="2" charset="2"/>
              <a:buChar char="ü"/>
            </a:pPr>
            <a:r>
              <a:rPr lang="es-CO" sz="2400" dirty="0"/>
              <a:t>Agilidad en la detección de la falla (programación de inspecciones, detección temprana).</a:t>
            </a:r>
          </a:p>
          <a:p>
            <a:endParaRPr lang="es-CO" sz="2400" dirty="0"/>
          </a:p>
          <a:p>
            <a:pPr>
              <a:buFont typeface="Wingdings" pitchFamily="2" charset="2"/>
              <a:buChar char="ü"/>
            </a:pPr>
            <a:r>
              <a:rPr lang="es-CO" sz="2400" dirty="0"/>
              <a:t>Agilidad en el análisis de fallas. Búsqueda de causa raíz del problema.</a:t>
            </a:r>
          </a:p>
          <a:p>
            <a:endParaRPr lang="es-CO" sz="2400" dirty="0"/>
          </a:p>
          <a:p>
            <a:pPr>
              <a:buFont typeface="Wingdings" pitchFamily="2" charset="2"/>
              <a:buChar char="ü"/>
            </a:pPr>
            <a:r>
              <a:rPr lang="es-CO" sz="2400" dirty="0"/>
              <a:t>Encontrar fallas crónicas.</a:t>
            </a:r>
            <a:endParaRPr lang="es-ES" sz="2400" dirty="0"/>
          </a:p>
        </p:txBody>
      </p:sp>
    </p:spTree>
    <p:extLst>
      <p:ext uri="{BB962C8B-B14F-4D97-AF65-F5344CB8AC3E}">
        <p14:creationId xmlns:p14="http://schemas.microsoft.com/office/powerpoint/2010/main" val="2124347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3 CuadroTexto"/>
          <p:cNvSpPr txBox="1">
            <a:spLocks noChangeArrowheads="1"/>
          </p:cNvSpPr>
          <p:nvPr/>
        </p:nvSpPr>
        <p:spPr bwMode="auto">
          <a:xfrm>
            <a:off x="2024064" y="730562"/>
            <a:ext cx="9047453" cy="1077218"/>
          </a:xfrm>
          <a:prstGeom prst="rect">
            <a:avLst/>
          </a:prstGeom>
          <a:noFill/>
          <a:ln w="9525">
            <a:noFill/>
            <a:miter lim="800000"/>
            <a:headEnd/>
            <a:tailEnd/>
          </a:ln>
        </p:spPr>
        <p:txBody>
          <a:bodyPr wrap="square">
            <a:spAutoFit/>
          </a:bodyPr>
          <a:lstStyle/>
          <a:p>
            <a:pPr algn="ctr"/>
            <a:r>
              <a:rPr lang="es-CO" sz="3200" dirty="0"/>
              <a:t>Aspectos que pueden hacer mas eficiente </a:t>
            </a:r>
          </a:p>
          <a:p>
            <a:pPr algn="ctr"/>
            <a:r>
              <a:rPr lang="es-CO" sz="3200" dirty="0"/>
              <a:t>la gestión en el nivel operacional</a:t>
            </a:r>
            <a:endParaRPr lang="es-ES" sz="3200" dirty="0"/>
          </a:p>
        </p:txBody>
      </p:sp>
      <p:sp>
        <p:nvSpPr>
          <p:cNvPr id="156675" name="4 CuadroTexto"/>
          <p:cNvSpPr txBox="1">
            <a:spLocks noChangeArrowheads="1"/>
          </p:cNvSpPr>
          <p:nvPr/>
        </p:nvSpPr>
        <p:spPr bwMode="auto">
          <a:xfrm>
            <a:off x="1613823" y="2195564"/>
            <a:ext cx="9457694" cy="3477875"/>
          </a:xfrm>
          <a:prstGeom prst="rect">
            <a:avLst/>
          </a:prstGeom>
          <a:noFill/>
          <a:ln w="9525">
            <a:noFill/>
            <a:miter lim="800000"/>
            <a:headEnd/>
            <a:tailEnd/>
          </a:ln>
        </p:spPr>
        <p:txBody>
          <a:bodyPr wrap="square">
            <a:spAutoFit/>
          </a:bodyPr>
          <a:lstStyle/>
          <a:p>
            <a:pPr>
              <a:buFont typeface="Wingdings" pitchFamily="2" charset="2"/>
              <a:buChar char="ü"/>
            </a:pPr>
            <a:r>
              <a:rPr lang="es-ES" sz="2200" dirty="0"/>
              <a:t>Disponibilidad de la información completa (especificaciones técnicas) de los componentes de las maquinas y equipos con todas sus características previas a la falla.</a:t>
            </a:r>
          </a:p>
          <a:p>
            <a:pPr>
              <a:buFont typeface="Wingdings" pitchFamily="2" charset="2"/>
              <a:buChar char="ü"/>
            </a:pPr>
            <a:endParaRPr lang="es-ES" sz="2200" dirty="0"/>
          </a:p>
          <a:p>
            <a:pPr>
              <a:buFont typeface="Wingdings" pitchFamily="2" charset="2"/>
              <a:buChar char="ü"/>
            </a:pPr>
            <a:r>
              <a:rPr lang="es-ES" sz="2200" dirty="0"/>
              <a:t>Tener un buen conocimiento de materiales, tratamientos y procesos para mejora de especificaciones en los componentes de las maquinas (</a:t>
            </a:r>
            <a:r>
              <a:rPr lang="es-ES" sz="2200" b="1" dirty="0"/>
              <a:t>aumento en su duración o vida útil).</a:t>
            </a:r>
          </a:p>
          <a:p>
            <a:pPr>
              <a:buFont typeface="Wingdings" pitchFamily="2" charset="2"/>
              <a:buChar char="ü"/>
            </a:pPr>
            <a:endParaRPr lang="es-ES" sz="2200" dirty="0"/>
          </a:p>
          <a:p>
            <a:pPr>
              <a:buFont typeface="Wingdings" pitchFamily="2" charset="2"/>
              <a:buChar char="ü"/>
            </a:pPr>
            <a:r>
              <a:rPr lang="es-ES" sz="2200" dirty="0"/>
              <a:t>Agilidad en la decisión y en la ejecución de las acciones a realizar.</a:t>
            </a:r>
          </a:p>
        </p:txBody>
      </p:sp>
    </p:spTree>
    <p:extLst>
      <p:ext uri="{BB962C8B-B14F-4D97-AF65-F5344CB8AC3E}">
        <p14:creationId xmlns:p14="http://schemas.microsoft.com/office/powerpoint/2010/main" val="1054257340"/>
      </p:ext>
    </p:extLst>
  </p:cSld>
  <p:clrMapOvr>
    <a:masterClrMapping/>
  </p:clrMapOvr>
</p:sld>
</file>

<file path=ppt/theme/theme1.xml><?xml version="1.0" encoding="utf-8"?>
<a:theme xmlns:a="http://schemas.openxmlformats.org/drawingml/2006/main" name="Sector">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E5026D2E0FE88488153A29B3DFF52EB" ma:contentTypeVersion="0" ma:contentTypeDescription="Crear nuevo documento." ma:contentTypeScope="" ma:versionID="2741dcfb37821b3aca211a9937fee4a1">
  <xsd:schema xmlns:xsd="http://www.w3.org/2001/XMLSchema" xmlns:xs="http://www.w3.org/2001/XMLSchema" xmlns:p="http://schemas.microsoft.com/office/2006/metadata/properties" targetNamespace="http://schemas.microsoft.com/office/2006/metadata/properties" ma:root="true" ma:fieldsID="b037ac2621b9b9c8cd06b50fac5857c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6AA68AA-0894-42EA-86E1-D13F25ACA65B}"/>
</file>

<file path=customXml/itemProps2.xml><?xml version="1.0" encoding="utf-8"?>
<ds:datastoreItem xmlns:ds="http://schemas.openxmlformats.org/officeDocument/2006/customXml" ds:itemID="{244F8145-43DB-419D-8AFB-54D62C632117}"/>
</file>

<file path=customXml/itemProps3.xml><?xml version="1.0" encoding="utf-8"?>
<ds:datastoreItem xmlns:ds="http://schemas.openxmlformats.org/officeDocument/2006/customXml" ds:itemID="{FAAAEC3E-CE0A-49AE-B345-C751A6F29DF5}"/>
</file>

<file path=docProps/app.xml><?xml version="1.0" encoding="utf-8"?>
<Properties xmlns="http://schemas.openxmlformats.org/officeDocument/2006/extended-properties" xmlns:vt="http://schemas.openxmlformats.org/officeDocument/2006/docPropsVTypes">
  <Template>Slice</Template>
  <TotalTime>4463</TotalTime>
  <Words>2330</Words>
  <Application>Microsoft Office PowerPoint</Application>
  <PresentationFormat>Panorámica</PresentationFormat>
  <Paragraphs>237</Paragraphs>
  <Slides>53</Slides>
  <Notes>0</Notes>
  <HiddenSlides>2</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53</vt:i4>
      </vt:variant>
    </vt:vector>
  </HeadingPairs>
  <TitlesOfParts>
    <vt:vector size="59" baseType="lpstr">
      <vt:lpstr>Arial</vt:lpstr>
      <vt:lpstr>Calibri</vt:lpstr>
      <vt:lpstr>Century Gothic</vt:lpstr>
      <vt:lpstr>Wingdings</vt:lpstr>
      <vt:lpstr>Wingdings 3</vt:lpstr>
      <vt:lpstr>Sector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Especificaciones técnicas para elementos de cálculo</vt:lpstr>
      <vt:lpstr>Plano de ingeniería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ACCIONES CORRECTIVO MODIFICATIVAS 2019-2 ESPECIALIZACIÓN EN MANTENIMIENTO INDUSTRIAL</dc:title>
  <dc:creator>Jaime Leonardo Barbosa Perez</dc:creator>
  <cp:lastModifiedBy>Jaime Leonardo Barbosa Perez</cp:lastModifiedBy>
  <cp:revision>88</cp:revision>
  <cp:lastPrinted>2019-09-03T22:50:31Z</cp:lastPrinted>
  <dcterms:created xsi:type="dcterms:W3CDTF">2019-08-22T14:58:02Z</dcterms:created>
  <dcterms:modified xsi:type="dcterms:W3CDTF">2026-04-29T19:41:24Z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0x0101008E5026D2E0FE88488153A29B3DFF52EB</vt:lpwstr>
  </property>
</Properties>
</file>